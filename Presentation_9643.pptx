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09728" cy="6858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22222"/>
                </a:solidFill>
                <a:latin typeface="Arial"/>
              </a:defRPr>
            </a:pPr>
            <a:r>
              <a:t>Genere 3 slides sur la transformation digitale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666666"/>
                </a:solidFill>
                <a:latin typeface="Arial"/>
              </a:defRPr>
            </a:pPr>
            <a:r>
              <a:t>Perspectives et enjeux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Arial"/>
              </a:defRPr>
            </a:pPr>
            <a:r>
              <a:t>Juin 2026 | OpenCode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>
                <a:solidFill>
                  <a:srgbClr val="666666"/>
                </a:solidFill>
                <a:latin typeface="Arial"/>
              </a:defRPr>
            </a:pPr>
            <a:r>
              <a:t>C2 – Usage restreint</a:t>
            </a:r>
          </a:p>
          <a:p>
            <a:pPr algn="r">
              <a:defRPr sz="80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14400" y="6291072"/>
            <a:ext cx="10362895" cy="63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Arial"/>
              </a:defRPr>
            </a:pPr>
            <a:r>
              <a:t>Genere 3 slides sur la transformation digitale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3872" y="1188720"/>
            <a:ext cx="146304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63872" y="1188720"/>
            <a:ext cx="1463040" cy="731520"/>
          </a:xfrm>
          <a:prstGeom prst="rect">
            <a:avLst/>
          </a:prstGeom>
          <a:noFill/>
        </p:spPr>
        <p:txBody>
          <a:bodyPr wrap="square" lIns="50800" rIns="50800" tIns="50800">
            <a:spAutoFit/>
          </a:bodyPr>
          <a:lstStyle/>
          <a:p>
            <a:pPr algn="ctr">
              <a:defRPr sz="1100" b="1">
                <a:solidFill>
                  <a:srgbClr val="222222"/>
                </a:solidFill>
                <a:latin typeface="Arial"/>
              </a:defRPr>
            </a:pPr>
            <a:r>
              <a:t>Point 1</a:t>
            </a:r>
          </a:p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Genere 3 slides sur la transformation digitale</a:t>
            </a:r>
          </a:p>
        </p:txBody>
      </p:sp>
      <p:sp>
        <p:nvSpPr>
          <p:cNvPr id="6" name="Oval 5"/>
          <p:cNvSpPr/>
          <p:nvPr/>
        </p:nvSpPr>
        <p:spPr>
          <a:xfrm>
            <a:off x="5546750" y="2651760"/>
            <a:ext cx="1097280" cy="109728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8190" y="2926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Utilisateur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093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>
                <a:solidFill>
                  <a:srgbClr val="666666"/>
                </a:solidFill>
                <a:latin typeface="Arial"/>
              </a:defRPr>
            </a:pPr>
            <a:r>
              <a:t>C2 – Usage restreint</a:t>
            </a:r>
          </a:p>
          <a:p>
            <a:pPr algn="r">
              <a:defRPr sz="80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914400" y="6291072"/>
            <a:ext cx="10362895" cy="63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623560"/>
            <a:ext cx="12191695" cy="50292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623560"/>
            <a:ext cx="54864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96712"/>
            <a:ext cx="10362895" cy="3566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>
                <a:solidFill>
                  <a:srgbClr val="FF7900"/>
                </a:solidFill>
                <a:latin typeface="Arial"/>
              </a:rPr>
              <a:t>▎ </a:t>
            </a:r>
            <a:r>
              <a:rPr sz="1400" b="1">
                <a:solidFill>
                  <a:srgbClr val="222222"/>
                </a:solidFill>
                <a:latin typeface="Arial"/>
              </a:rPr>
              <a:t>La cle du succes repose sur l'engagement de toutes les parties prenantes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3093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>
                <a:solidFill>
                  <a:srgbClr val="666666"/>
                </a:solidFill>
                <a:latin typeface="Arial"/>
              </a:defRPr>
            </a:pPr>
            <a:r>
              <a:t>C2 – Usage restreint</a:t>
            </a:r>
          </a:p>
          <a:p>
            <a:pPr algn="r">
              <a:defRPr sz="800">
                <a:solidFill>
                  <a:srgbClr val="666666"/>
                </a:solidFill>
                <a:latin typeface="Arial"/>
              </a:defRPr>
            </a:pPr>
            <a:r>
              <a:t>2 /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291072"/>
            <a:ext cx="10362895" cy="63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
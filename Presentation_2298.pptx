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09728" cy="6858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22222"/>
                </a:solidFill>
                <a:latin typeface="Arial"/>
              </a:defRPr>
            </a:pPr>
            <a:r>
              <a:t>Genere 1 slide sur l'IA generative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666666"/>
                </a:solidFill>
                <a:latin typeface="Arial"/>
              </a:defRPr>
            </a:pPr>
            <a:r>
              <a:t>Perspectives et enjeux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Arial"/>
              </a:defRPr>
            </a:pPr>
            <a:r>
              <a:t>Juin 2026 | OpenCode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>
                <a:solidFill>
                  <a:srgbClr val="666666"/>
                </a:solidFill>
                <a:latin typeface="Arial"/>
              </a:defRPr>
            </a:pPr>
            <a:r>
              <a:t>C2 – Usage restreint</a:t>
            </a:r>
          </a:p>
          <a:p>
            <a:pPr algn="r">
              <a:defRPr sz="80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914400" y="6291072"/>
            <a:ext cx="10362895" cy="635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22222"/>
                </a:solidFill>
                <a:latin typeface="Arial"/>
              </a:defRPr>
            </a:pPr>
            <a:r>
              <a:t>Genere 1 slide sur l'IA generative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4000" b="1">
                <a:solidFill>
                  <a:srgbClr val="FF7900"/>
                </a:solidFill>
                <a:latin typeface="Arial"/>
              </a:rPr>
              <a:t>Point 1</a:t>
            </a:r>
          </a:p>
          <a:p>
            <a:pPr algn="ctr"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Arial"/>
              </a:rPr>
              <a:t>Genere 1 slide sur l'IA generative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>
                <a:solidFill>
                  <a:srgbClr val="666666"/>
                </a:solidFill>
                <a:latin typeface="Arial"/>
              </a:defRPr>
            </a:pPr>
            <a:r>
              <a:t>C2 – Usage restreint</a:t>
            </a:r>
          </a:p>
          <a:p>
            <a:pPr algn="r">
              <a:defRPr sz="80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914400" y="6291072"/>
            <a:ext cx="10362895" cy="635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623560"/>
            <a:ext cx="12191695" cy="50292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623560"/>
            <a:ext cx="54864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96712"/>
            <a:ext cx="10362895" cy="3566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>
                <a:solidFill>
                  <a:srgbClr val="FF7900"/>
                </a:solidFill>
                <a:latin typeface="Arial"/>
              </a:rPr>
              <a:t>▎ </a:t>
            </a:r>
            <a:r>
              <a:rPr sz="1400" b="1">
                <a:solidFill>
                  <a:srgbClr val="222222"/>
                </a:solidFill>
                <a:latin typeface="Arial"/>
              </a:rPr>
              <a:t>L'innovation prend tout son sens quand elle est au service du metier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30936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>
                <a:solidFill>
                  <a:srgbClr val="666666"/>
                </a:solidFill>
                <a:latin typeface="Arial"/>
              </a:defRPr>
            </a:pPr>
            <a:r>
              <a:t>C2 – Usage restreint</a:t>
            </a:r>
          </a:p>
          <a:p>
            <a:pPr algn="r">
              <a:defRPr sz="800">
                <a:solidFill>
                  <a:srgbClr val="666666"/>
                </a:solidFill>
                <a:latin typeface="Arial"/>
              </a:defRPr>
            </a:pPr>
            <a:r>
              <a:t>2 /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6291072"/>
            <a:ext cx="10362895" cy="635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
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7" r:id="rId5"/>
    <p:sldId id="262" r:id="rId6"/>
    <p:sldId id="280" r:id="rId7"/>
    <p:sldId id="28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eur" initials="M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C00"/>
    <a:srgbClr val="808080"/>
    <a:srgbClr val="E6E6E6"/>
    <a:srgbClr val="8D8D8D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 autoAdjust="0"/>
    <p:restoredTop sz="86775" autoAdjust="0"/>
  </p:normalViewPr>
  <p:slideViewPr>
    <p:cSldViewPr snapToGrid="0">
      <p:cViewPr varScale="1">
        <p:scale>
          <a:sx n="71" d="100"/>
          <a:sy n="71" d="100"/>
        </p:scale>
        <p:origin x="736" y="44"/>
      </p:cViewPr>
      <p:guideLst/>
    </p:cSldViewPr>
  </p:slideViewPr>
  <p:outlineViewPr>
    <p:cViewPr>
      <p:scale>
        <a:sx n="33" d="100"/>
        <a:sy n="33" d="100"/>
      </p:scale>
      <p:origin x="0" y="-315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51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EA2A5EF-B1BB-4A40-BD22-E6FEAC261C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7242345-E816-9147-8B02-0A1766D2BC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B59A9-CBC4-874B-BF3F-D0C1F6936656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96FAD8-940D-2942-96A2-65435A681F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1915786-F26A-BD43-B993-8C6B01EC5D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EC4EC-0A92-E544-B5F2-B3C10AAE54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4109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26F5F-9D9D-224B-89C2-BF3353E61604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C712B-FEF7-D44A-8AA7-42D1170F0D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64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712B-FEF7-D44A-8AA7-42D1170F0D9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769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712B-FEF7-D44A-8AA7-42D1170F0D9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746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2AD1F-05FB-5FC7-FD0E-7BD9CA0E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A14789-75CC-176A-74C5-13F2AB484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8095DC1-930F-5D57-9C6D-21D7800BC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9FBBAB-89DB-0E85-B11E-338849269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712B-FEF7-D44A-8AA7-42D1170F0D9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170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soprasteria-next/" TargetMode="External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soprasterianext.com/" TargetMode="External"/><Relationship Id="rId4" Type="http://schemas.openxmlformats.org/officeDocument/2006/relationships/image" Target="../media/image18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hyperlink" Target="https://www.linkedin.com/company/soprasteria-next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hyperlink" Target="http://www.soprasterianext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A1577B1F-74F9-884B-B9E3-866E0D17BA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5327" y="789809"/>
            <a:ext cx="10235448" cy="5104962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432A4BC6-26F3-AE43-B50D-FAE0A6D1D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1666" y="311279"/>
            <a:ext cx="1787113" cy="570173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FC0840-D30B-2E42-A38C-1C1CE981AC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0913" y="4836035"/>
            <a:ext cx="5249862" cy="235449"/>
          </a:xfrm>
        </p:spPr>
        <p:txBody>
          <a:bodyPr/>
          <a:lstStyle>
            <a:lvl1pPr marL="0" indent="0" algn="r">
              <a:buNone/>
              <a:defRPr sz="1700" b="0" i="0" cap="all" baseline="0">
                <a:solidFill>
                  <a:schemeClr val="tx1"/>
                </a:solidFill>
                <a:latin typeface="+mn-lt"/>
              </a:defRPr>
            </a:lvl1pPr>
            <a:lvl2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2pPr>
            <a:lvl3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3pPr>
            <a:lvl4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4pPr>
            <a:lvl5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 dirty="0"/>
              <a:t>Sous-titre de la Présentation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6697A5-D258-7A40-BA20-F75364A03216}"/>
              </a:ext>
            </a:extLst>
          </p:cNvPr>
          <p:cNvSpPr/>
          <p:nvPr userDrawn="1"/>
        </p:nvSpPr>
        <p:spPr>
          <a:xfrm>
            <a:off x="0" y="6807600"/>
            <a:ext cx="12192000" cy="504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F6F90AC5-8331-264F-9F3C-8976A58B53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1733" y="2286000"/>
            <a:ext cx="7149042" cy="662400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5200" b="0" i="0">
                <a:latin typeface="+mn-lt"/>
              </a:defRPr>
            </a:lvl1pPr>
          </a:lstStyle>
          <a:p>
            <a:r>
              <a:rPr lang="fr-FR" noProof="0"/>
              <a:t>Titre 1</a:t>
            </a:r>
            <a:r>
              <a:rPr lang="fr-FR" baseline="30000" noProof="0"/>
              <a:t>re</a:t>
            </a:r>
            <a:r>
              <a:rPr lang="fr-FR" noProof="0"/>
              <a:t> ligne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3CBAFBAC-DBD8-E14A-B394-2985D5B096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30896" y="2948400"/>
            <a:ext cx="5249879" cy="1600438"/>
          </a:xfr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52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sur</a:t>
            </a:r>
            <a:br>
              <a:rPr lang="fr-FR" noProof="0"/>
            </a:br>
            <a:r>
              <a:rPr lang="fr-FR" noProof="0"/>
              <a:t>trois lignes</a:t>
            </a:r>
          </a:p>
        </p:txBody>
      </p:sp>
    </p:spTree>
    <p:extLst>
      <p:ext uri="{BB962C8B-B14F-4D97-AF65-F5344CB8AC3E}">
        <p14:creationId xmlns:p14="http://schemas.microsoft.com/office/powerpoint/2010/main" val="9471291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15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758107A-E35A-6B4E-8BA1-1D8D403912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379" y="1549275"/>
            <a:ext cx="10168255" cy="323342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432A4BC6-26F3-AE43-B50D-FAE0A6D1D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1666" y="311279"/>
            <a:ext cx="1787113" cy="570173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FC0840-D30B-2E42-A38C-1C1CE981AC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0913" y="4836035"/>
            <a:ext cx="5249862" cy="235449"/>
          </a:xfrm>
        </p:spPr>
        <p:txBody>
          <a:bodyPr/>
          <a:lstStyle>
            <a:lvl1pPr marL="0" indent="0" algn="r">
              <a:buNone/>
              <a:defRPr sz="1700" b="0" i="0" cap="all" baseline="0">
                <a:solidFill>
                  <a:schemeClr val="tx1"/>
                </a:solidFill>
                <a:latin typeface="+mn-lt"/>
              </a:defRPr>
            </a:lvl1pPr>
            <a:lvl2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2pPr>
            <a:lvl3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3pPr>
            <a:lvl4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4pPr>
            <a:lvl5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PrÉsentation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43286D-2DE6-D641-B92A-9F7859323685}"/>
              </a:ext>
            </a:extLst>
          </p:cNvPr>
          <p:cNvSpPr/>
          <p:nvPr userDrawn="1"/>
        </p:nvSpPr>
        <p:spPr>
          <a:xfrm>
            <a:off x="0" y="6807600"/>
            <a:ext cx="12192000" cy="504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D1350415-B62D-4A43-87BE-CF930203B7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0897" y="2286000"/>
            <a:ext cx="5249878" cy="640175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5200" b="0" i="0">
                <a:latin typeface="+mn-lt"/>
              </a:defRPr>
            </a:lvl1pPr>
          </a:lstStyle>
          <a:p>
            <a:r>
              <a:rPr lang="fr-FR" noProof="0"/>
              <a:t>Titre 1</a:t>
            </a:r>
            <a:r>
              <a:rPr lang="fr-FR" baseline="30000" noProof="0"/>
              <a:t>re</a:t>
            </a:r>
            <a:r>
              <a:rPr lang="fr-FR" noProof="0"/>
              <a:t> ligne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98348A27-7228-3345-BC9B-3EE1AF8E47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82534" y="2948400"/>
            <a:ext cx="7098242" cy="1600438"/>
          </a:xfr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52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sur</a:t>
            </a:r>
            <a:br>
              <a:rPr lang="fr-FR" noProof="0"/>
            </a:br>
            <a:r>
              <a:rPr lang="fr-FR" noProof="0"/>
              <a:t>trois lignes</a:t>
            </a:r>
          </a:p>
        </p:txBody>
      </p:sp>
    </p:spTree>
    <p:extLst>
      <p:ext uri="{BB962C8B-B14F-4D97-AF65-F5344CB8AC3E}">
        <p14:creationId xmlns:p14="http://schemas.microsoft.com/office/powerpoint/2010/main" val="38045383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752" userDrawn="1">
          <p15:clr>
            <a:srgbClr val="FBAE40"/>
          </p15:clr>
        </p15:guide>
        <p15:guide id="2" orient="horz" pos="315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que 10">
            <a:extLst>
              <a:ext uri="{FF2B5EF4-FFF2-40B4-BE49-F238E27FC236}">
                <a16:creationId xmlns:a16="http://schemas.microsoft.com/office/drawing/2014/main" id="{7F4B30AC-7E83-2547-B9E7-17F2216291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347" y="1111728"/>
            <a:ext cx="10312908" cy="4611878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432A4BC6-26F3-AE43-B50D-FAE0A6D1D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1666" y="311279"/>
            <a:ext cx="1787113" cy="570173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FC0840-D30B-2E42-A38C-1C1CE981AC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0913" y="4836035"/>
            <a:ext cx="5249862" cy="235449"/>
          </a:xfrm>
        </p:spPr>
        <p:txBody>
          <a:bodyPr/>
          <a:lstStyle>
            <a:lvl1pPr marL="0" indent="0" algn="r">
              <a:buNone/>
              <a:defRPr sz="1700" b="0" i="0" cap="all" baseline="0">
                <a:solidFill>
                  <a:schemeClr val="tx1"/>
                </a:solidFill>
                <a:latin typeface="+mn-lt"/>
              </a:defRPr>
            </a:lvl1pPr>
            <a:lvl2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2pPr>
            <a:lvl3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3pPr>
            <a:lvl4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4pPr>
            <a:lvl5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 dirty="0"/>
              <a:t>Sous-titre de la </a:t>
            </a:r>
            <a:r>
              <a:rPr lang="fr-FR" noProof="0" dirty="0" err="1"/>
              <a:t>PrÉsentation</a:t>
            </a:r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AD8BD4-5419-EF44-A37D-2B2C288A0D76}"/>
              </a:ext>
            </a:extLst>
          </p:cNvPr>
          <p:cNvSpPr/>
          <p:nvPr userDrawn="1"/>
        </p:nvSpPr>
        <p:spPr>
          <a:xfrm>
            <a:off x="0" y="6807600"/>
            <a:ext cx="12192000" cy="504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64FE3760-2F26-B945-A006-D818AE760D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4934" y="2286000"/>
            <a:ext cx="5675841" cy="640175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5200" b="0" i="0">
                <a:latin typeface="+mn-lt"/>
              </a:defRPr>
            </a:lvl1pPr>
          </a:lstStyle>
          <a:p>
            <a:r>
              <a:rPr lang="fr-FR" noProof="0"/>
              <a:t>Titre 1</a:t>
            </a:r>
            <a:r>
              <a:rPr lang="fr-FR" baseline="30000" noProof="0"/>
              <a:t>re</a:t>
            </a:r>
            <a:r>
              <a:rPr lang="fr-FR" noProof="0"/>
              <a:t> ligne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977247D-EDBE-AF4F-BEC9-04A31BB0C9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4934" y="2948400"/>
            <a:ext cx="5675842" cy="1600438"/>
          </a:xfr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52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sur</a:t>
            </a:r>
            <a:br>
              <a:rPr lang="fr-FR" noProof="0"/>
            </a:br>
            <a:r>
              <a:rPr lang="fr-FR" noProof="0"/>
              <a:t>trois lignes</a:t>
            </a:r>
          </a:p>
        </p:txBody>
      </p:sp>
    </p:spTree>
    <p:extLst>
      <p:ext uri="{BB962C8B-B14F-4D97-AF65-F5344CB8AC3E}">
        <p14:creationId xmlns:p14="http://schemas.microsoft.com/office/powerpoint/2010/main" val="20650087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158" userDrawn="1">
          <p15:clr>
            <a:srgbClr val="FBAE40"/>
          </p15:clr>
        </p15:guide>
        <p15:guide id="2" orient="horz" pos="17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31FCFCA5-8555-5B48-B2F2-4411E953A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44136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FEE2697-B622-664B-B0C7-3C4C3D99A34D}"/>
              </a:ext>
            </a:extLst>
          </p:cNvPr>
          <p:cNvSpPr/>
          <p:nvPr userDrawn="1"/>
        </p:nvSpPr>
        <p:spPr>
          <a:xfrm>
            <a:off x="2407917" y="3631222"/>
            <a:ext cx="8892000" cy="72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4910668" y="2286000"/>
            <a:ext cx="6370107" cy="640175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5200" b="0" i="0">
                <a:latin typeface="+mn-lt"/>
              </a:defRPr>
            </a:lvl1pPr>
          </a:lstStyle>
          <a:p>
            <a:r>
              <a:rPr lang="fr-FR" noProof="0"/>
              <a:t>Titre 1</a:t>
            </a:r>
            <a:r>
              <a:rPr lang="fr-FR" baseline="30000" noProof="0"/>
              <a:t>re</a:t>
            </a:r>
            <a:r>
              <a:rPr lang="fr-FR" noProof="0"/>
              <a:t> ligne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432A4BC6-26F3-AE43-B50D-FAE0A6D1D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1666" y="311279"/>
            <a:ext cx="1787113" cy="570173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FC0840-D30B-2E42-A38C-1C1CE981AC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10688" y="4836035"/>
            <a:ext cx="6370087" cy="235449"/>
          </a:xfrm>
        </p:spPr>
        <p:txBody>
          <a:bodyPr/>
          <a:lstStyle>
            <a:lvl1pPr marL="0" indent="0" algn="r">
              <a:buNone/>
              <a:defRPr sz="1700" b="0" i="0" cap="all" baseline="0">
                <a:solidFill>
                  <a:schemeClr val="tx1"/>
                </a:solidFill>
                <a:latin typeface="+mn-lt"/>
              </a:defRPr>
            </a:lvl1pPr>
            <a:lvl2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2pPr>
            <a:lvl3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3pPr>
            <a:lvl4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4pPr>
            <a:lvl5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 dirty="0"/>
              <a:t>Sous-titre de la Présentation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2F65FA-40D3-F742-B698-5FA78E5CA045}"/>
              </a:ext>
            </a:extLst>
          </p:cNvPr>
          <p:cNvSpPr/>
          <p:nvPr userDrawn="1"/>
        </p:nvSpPr>
        <p:spPr>
          <a:xfrm>
            <a:off x="0" y="6807600"/>
            <a:ext cx="12192000" cy="504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574F88D1-8450-C64A-8FEE-404864AA89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10668" y="2948400"/>
            <a:ext cx="6370108" cy="1600438"/>
          </a:xfr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52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sur </a:t>
            </a:r>
            <a:br>
              <a:rPr lang="fr-FR" noProof="0"/>
            </a:br>
            <a:r>
              <a:rPr lang="fr-FR" noProof="0"/>
              <a:t>trois lignes</a:t>
            </a:r>
          </a:p>
        </p:txBody>
      </p:sp>
    </p:spTree>
    <p:extLst>
      <p:ext uri="{BB962C8B-B14F-4D97-AF65-F5344CB8AC3E}">
        <p14:creationId xmlns:p14="http://schemas.microsoft.com/office/powerpoint/2010/main" val="21834495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752" userDrawn="1">
          <p15:clr>
            <a:srgbClr val="FBAE40"/>
          </p15:clr>
        </p15:guide>
        <p15:guide id="2" orient="horz" pos="315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ABE8FB42-1C84-584D-90D3-2A0F0BBDD5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160"/>
            <a:ext cx="4412202" cy="685800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80AE6908-6B48-BA47-8ECB-A4EC78F6F8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1414" y="1433639"/>
            <a:ext cx="3139821" cy="399072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030897" y="2286476"/>
            <a:ext cx="5249878" cy="640175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5200" b="0" i="0">
                <a:latin typeface="+mn-lt"/>
              </a:defRPr>
            </a:lvl1pPr>
          </a:lstStyle>
          <a:p>
            <a:r>
              <a:rPr lang="fr-FR" noProof="0"/>
              <a:t>Titre 1</a:t>
            </a:r>
            <a:r>
              <a:rPr lang="fr-FR" baseline="30000" noProof="0"/>
              <a:t>re</a:t>
            </a:r>
            <a:r>
              <a:rPr lang="fr-FR" noProof="0"/>
              <a:t> ligne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030896" y="2948820"/>
            <a:ext cx="5249879" cy="1320361"/>
          </a:xfrm>
        </p:spPr>
        <p:txBody>
          <a:bodyPr/>
          <a:lstStyle>
            <a:lvl1pPr marL="0" indent="0" algn="r">
              <a:lnSpc>
                <a:spcPct val="80000"/>
              </a:lnSpc>
              <a:buNone/>
              <a:defRPr sz="52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sur </a:t>
            </a:r>
            <a:br>
              <a:rPr lang="fr-FR" noProof="0"/>
            </a:br>
            <a:r>
              <a:rPr lang="fr-FR" noProof="0"/>
              <a:t>trois lignes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432A4BC6-26F3-AE43-B50D-FAE0A6D1D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1666" y="311279"/>
            <a:ext cx="1787113" cy="570173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FC0840-D30B-2E42-A38C-1C1CE981AC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0913" y="4836035"/>
            <a:ext cx="5249862" cy="235449"/>
          </a:xfrm>
        </p:spPr>
        <p:txBody>
          <a:bodyPr/>
          <a:lstStyle>
            <a:lvl1pPr marL="0" indent="0" algn="r">
              <a:buNone/>
              <a:defRPr sz="1700" b="0" i="0" cap="all" baseline="0">
                <a:solidFill>
                  <a:schemeClr val="tx1"/>
                </a:solidFill>
                <a:latin typeface="+mn-lt"/>
              </a:defRPr>
            </a:lvl1pPr>
            <a:lvl2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2pPr>
            <a:lvl3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3pPr>
            <a:lvl4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4pPr>
            <a:lvl5pPr algn="r">
              <a:spcBef>
                <a:spcPts val="1000"/>
              </a:spcBef>
              <a:defRPr sz="1700" b="0" i="0" cap="all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 dirty="0"/>
              <a:t>Sous-titre de la Présentation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6A1311-8D6F-8A48-803F-1B1A1667AE76}"/>
              </a:ext>
            </a:extLst>
          </p:cNvPr>
          <p:cNvSpPr/>
          <p:nvPr userDrawn="1"/>
        </p:nvSpPr>
        <p:spPr>
          <a:xfrm>
            <a:off x="0" y="6807600"/>
            <a:ext cx="12192000" cy="504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099558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752" userDrawn="1">
          <p15:clr>
            <a:srgbClr val="FBAE40"/>
          </p15:clr>
        </p15:guide>
        <p15:guide id="3" orient="horz" pos="1865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08539" y="353283"/>
            <a:ext cx="2923877" cy="747897"/>
          </a:xfrm>
        </p:spPr>
        <p:txBody>
          <a:bodyPr wrap="none"/>
          <a:lstStyle>
            <a:lvl1pPr>
              <a:defRPr sz="5400"/>
            </a:lvl1pPr>
          </a:lstStyle>
          <a:p>
            <a:r>
              <a:rPr lang="fr-FR" noProof="0"/>
              <a:t>Sommaire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9AAF9D-8953-F74A-B745-6B4E2C780DBB}"/>
              </a:ext>
            </a:extLst>
          </p:cNvPr>
          <p:cNvSpPr/>
          <p:nvPr userDrawn="1"/>
        </p:nvSpPr>
        <p:spPr>
          <a:xfrm>
            <a:off x="-3" y="986433"/>
            <a:ext cx="3780000" cy="8433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F5762BA-BB1D-F848-98BA-B0E4BDD580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5" y="2317425"/>
            <a:ext cx="10369550" cy="2123658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 dirty="0"/>
              <a:t>Premier niveau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236839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3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2 colonn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08539" y="353283"/>
            <a:ext cx="2923877" cy="747897"/>
          </a:xfrm>
        </p:spPr>
        <p:txBody>
          <a:bodyPr wrap="none"/>
          <a:lstStyle>
            <a:lvl1pPr>
              <a:defRPr sz="5400"/>
            </a:lvl1pPr>
          </a:lstStyle>
          <a:p>
            <a:r>
              <a:rPr lang="fr-FR" noProof="0"/>
              <a:t>Sommaire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9AAF9D-8953-F74A-B745-6B4E2C780DBB}"/>
              </a:ext>
            </a:extLst>
          </p:cNvPr>
          <p:cNvSpPr/>
          <p:nvPr userDrawn="1"/>
        </p:nvSpPr>
        <p:spPr>
          <a:xfrm>
            <a:off x="-3" y="986433"/>
            <a:ext cx="3780000" cy="8433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F5762BA-BB1D-F848-98BA-B0E4BDD580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5" y="2317425"/>
            <a:ext cx="5040313" cy="2123658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381E5F56-A1CF-7B4C-ABA5-B6D7AE2C09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6758" y="2317425"/>
            <a:ext cx="5040313" cy="2123658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053121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38" userDrawn="1">
          <p15:clr>
            <a:srgbClr val="FBAE40"/>
          </p15:clr>
        </p15:guide>
        <p15:guide id="2" pos="3755" userDrawn="1">
          <p15:clr>
            <a:srgbClr val="FBAE40"/>
          </p15:clr>
        </p15:guide>
        <p15:guide id="3" pos="393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3 colonn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B50D3A45-76D3-8243-A784-53767F731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8539" y="353283"/>
            <a:ext cx="2923877" cy="747897"/>
          </a:xfrm>
        </p:spPr>
        <p:txBody>
          <a:bodyPr wrap="none"/>
          <a:lstStyle>
            <a:lvl1pPr>
              <a:defRPr sz="5400"/>
            </a:lvl1pPr>
          </a:lstStyle>
          <a:p>
            <a:r>
              <a:rPr lang="fr-FR" noProof="0"/>
              <a:t>Sommaire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82CFF-E2F0-1740-B0D4-99F03E1129F6}"/>
              </a:ext>
            </a:extLst>
          </p:cNvPr>
          <p:cNvSpPr/>
          <p:nvPr userDrawn="1"/>
        </p:nvSpPr>
        <p:spPr>
          <a:xfrm>
            <a:off x="-3" y="986433"/>
            <a:ext cx="3780000" cy="8433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DCFA82F7-370A-3D49-812D-11F5C36DBF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5" y="2317425"/>
            <a:ext cx="3234055" cy="2123658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9B4B5D58-FDBD-AB41-BFA9-E5AEF1AE45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3095" y="2317425"/>
            <a:ext cx="3234055" cy="2123658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D8DF1561-FA8D-2442-9F21-69F2E624E8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74965" y="2317425"/>
            <a:ext cx="3234055" cy="2123658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800"/>
              </a:spcBef>
              <a:buNone/>
              <a:tabLst>
                <a:tab pos="702000" algn="l"/>
              </a:tabLst>
              <a:defRPr sz="24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268840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38" userDrawn="1">
          <p15:clr>
            <a:srgbClr val="FBAE40"/>
          </p15:clr>
        </p15:guide>
        <p15:guide id="2" pos="2615" userDrawn="1">
          <p15:clr>
            <a:srgbClr val="FBAE40"/>
          </p15:clr>
        </p15:guide>
        <p15:guide id="3" pos="2797" userDrawn="1">
          <p15:clr>
            <a:srgbClr val="FBAE40"/>
          </p15:clr>
        </p15:guide>
        <p15:guide id="4" pos="4838" userDrawn="1">
          <p15:clr>
            <a:srgbClr val="FBAE40"/>
          </p15:clr>
        </p15:guide>
        <p15:guide id="5" pos="501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65E3FA-3C80-FE4D-960D-BA9FB063A873}"/>
              </a:ext>
            </a:extLst>
          </p:cNvPr>
          <p:cNvSpPr/>
          <p:nvPr userDrawn="1"/>
        </p:nvSpPr>
        <p:spPr>
          <a:xfrm>
            <a:off x="7778400" y="0"/>
            <a:ext cx="4413600" cy="59798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1225" y="3656235"/>
            <a:ext cx="5976938" cy="498598"/>
          </a:xfrm>
        </p:spPr>
        <p:txBody>
          <a:bodyPr anchor="t" anchorCtr="0"/>
          <a:lstStyle>
            <a:lvl1pPr>
              <a:defRPr sz="3600" b="0" i="0">
                <a:latin typeface="+mn-lt"/>
              </a:defRPr>
            </a:lvl1pPr>
          </a:lstStyle>
          <a:p>
            <a:r>
              <a:rPr lang="fr-FR" noProof="0" dirty="0"/>
              <a:t>Titre de chapitre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11225" y="1057074"/>
            <a:ext cx="2551981" cy="1745762"/>
          </a:xfrm>
        </p:spPr>
        <p:txBody>
          <a:bodyPr wrap="none">
            <a:noAutofit/>
          </a:bodyPr>
          <a:lstStyle>
            <a:lvl1pPr marL="0" indent="0">
              <a:buNone/>
              <a:defRPr sz="19900" b="1" i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00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53F072-FA41-D243-B507-0608C117DAE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996D829A-65DF-6245-B284-CEA3869346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8400" y="0"/>
            <a:ext cx="4413600" cy="5904000"/>
          </a:xfr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noProof="0"/>
              <a:t>Picture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F0442996-469E-4442-8ADE-F57DD8B54555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911225" y="4170885"/>
            <a:ext cx="5976938" cy="443198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6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titre 2e ligne</a:t>
            </a:r>
          </a:p>
        </p:txBody>
      </p:sp>
    </p:spTree>
    <p:extLst>
      <p:ext uri="{BB962C8B-B14F-4D97-AF65-F5344CB8AC3E}">
        <p14:creationId xmlns:p14="http://schemas.microsoft.com/office/powerpoint/2010/main" val="3876614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546" userDrawn="1">
          <p15:clr>
            <a:srgbClr val="FBAE40"/>
          </p15:clr>
        </p15:guide>
        <p15:guide id="2" orient="horz" pos="2636" userDrawn="1">
          <p15:clr>
            <a:srgbClr val="FBAE40"/>
          </p15:clr>
        </p15:guide>
        <p15:guide id="3" orient="horz" pos="1979" userDrawn="1">
          <p15:clr>
            <a:srgbClr val="FBAE40"/>
          </p15:clr>
        </p15:guide>
        <p15:guide id="4" pos="43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 pic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65E3FA-3C80-FE4D-960D-BA9FB063A873}"/>
              </a:ext>
            </a:extLst>
          </p:cNvPr>
          <p:cNvSpPr/>
          <p:nvPr userDrawn="1"/>
        </p:nvSpPr>
        <p:spPr>
          <a:xfrm>
            <a:off x="7778400" y="0"/>
            <a:ext cx="4413600" cy="59798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53F072-FA41-D243-B507-0608C117DAE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B756E284-45E2-364B-9BD4-0C088BE7F8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2017" y="1576229"/>
            <a:ext cx="3546366" cy="2598206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2208D3FB-2F0C-C34D-BE5D-136246004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3656235"/>
            <a:ext cx="5976938" cy="498598"/>
          </a:xfrm>
        </p:spPr>
        <p:txBody>
          <a:bodyPr anchor="t" anchorCtr="0"/>
          <a:lstStyle>
            <a:lvl1pPr>
              <a:defRPr sz="3600" b="0" i="0">
                <a:latin typeface="+mn-lt"/>
              </a:defRPr>
            </a:lvl1pPr>
          </a:lstStyle>
          <a:p>
            <a:r>
              <a:rPr lang="fr-FR" noProof="0"/>
              <a:t>Titre de chapitre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F5A94C1-5612-0C4E-AD3E-41D943DF9F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1225" y="1057074"/>
            <a:ext cx="2551981" cy="1745762"/>
          </a:xfrm>
        </p:spPr>
        <p:txBody>
          <a:bodyPr wrap="none">
            <a:noAutofit/>
          </a:bodyPr>
          <a:lstStyle>
            <a:lvl1pPr marL="0" indent="0">
              <a:buNone/>
              <a:defRPr sz="19900" b="1" i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00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05430-83B6-0E4F-BE1E-E1FFA5830636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911225" y="4170885"/>
            <a:ext cx="5976938" cy="443198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6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2e ligne</a:t>
            </a:r>
          </a:p>
        </p:txBody>
      </p:sp>
    </p:spTree>
    <p:extLst>
      <p:ext uri="{BB962C8B-B14F-4D97-AF65-F5344CB8AC3E}">
        <p14:creationId xmlns:p14="http://schemas.microsoft.com/office/powerpoint/2010/main" val="18583569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546" userDrawn="1">
          <p15:clr>
            <a:srgbClr val="FBAE40"/>
          </p15:clr>
        </p15:guide>
        <p15:guide id="3" orient="horz" pos="2636" userDrawn="1">
          <p15:clr>
            <a:srgbClr val="FBAE40"/>
          </p15:clr>
        </p15:guide>
        <p15:guide id="4" pos="433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 pic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65E3FA-3C80-FE4D-960D-BA9FB063A873}"/>
              </a:ext>
            </a:extLst>
          </p:cNvPr>
          <p:cNvSpPr/>
          <p:nvPr userDrawn="1"/>
        </p:nvSpPr>
        <p:spPr>
          <a:xfrm>
            <a:off x="7778400" y="0"/>
            <a:ext cx="4413600" cy="59798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53F072-FA41-D243-B507-0608C117DAE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2208D3FB-2F0C-C34D-BE5D-136246004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3656235"/>
            <a:ext cx="5976938" cy="498598"/>
          </a:xfrm>
        </p:spPr>
        <p:txBody>
          <a:bodyPr anchor="t" anchorCtr="0"/>
          <a:lstStyle>
            <a:lvl1pPr>
              <a:defRPr sz="3600" b="0" i="0">
                <a:latin typeface="+mn-lt"/>
              </a:defRPr>
            </a:lvl1pPr>
          </a:lstStyle>
          <a:p>
            <a:r>
              <a:rPr lang="fr-FR" noProof="0"/>
              <a:t>Titre de chapitre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F5A94C1-5612-0C4E-AD3E-41D943DF9F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1225" y="1057074"/>
            <a:ext cx="2551981" cy="1745762"/>
          </a:xfrm>
        </p:spPr>
        <p:txBody>
          <a:bodyPr wrap="none">
            <a:noAutofit/>
          </a:bodyPr>
          <a:lstStyle>
            <a:lvl1pPr marL="0" indent="0">
              <a:buNone/>
              <a:defRPr sz="19900" b="1" i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00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05430-83B6-0E4F-BE1E-E1FFA5830636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911225" y="4170885"/>
            <a:ext cx="5976938" cy="443198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6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2e ligne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E9B84AF-D696-2D43-8E44-049D9CD0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8401" y="778953"/>
            <a:ext cx="4421964" cy="44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099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546" userDrawn="1">
          <p15:clr>
            <a:srgbClr val="FBAE40"/>
          </p15:clr>
        </p15:guide>
        <p15:guide id="3" orient="horz" pos="2636" userDrawn="1">
          <p15:clr>
            <a:srgbClr val="FBAE40"/>
          </p15:clr>
        </p15:guide>
        <p15:guide id="4" pos="433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 pic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65E3FA-3C80-FE4D-960D-BA9FB063A873}"/>
              </a:ext>
            </a:extLst>
          </p:cNvPr>
          <p:cNvSpPr/>
          <p:nvPr userDrawn="1"/>
        </p:nvSpPr>
        <p:spPr>
          <a:xfrm>
            <a:off x="7778400" y="0"/>
            <a:ext cx="4413600" cy="59798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53F072-FA41-D243-B507-0608C117DAE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2208D3FB-2F0C-C34D-BE5D-136246004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3656235"/>
            <a:ext cx="5976938" cy="498598"/>
          </a:xfrm>
        </p:spPr>
        <p:txBody>
          <a:bodyPr anchor="t" anchorCtr="0"/>
          <a:lstStyle>
            <a:lvl1pPr>
              <a:defRPr sz="3600" b="0" i="0">
                <a:latin typeface="+mn-lt"/>
              </a:defRPr>
            </a:lvl1pPr>
          </a:lstStyle>
          <a:p>
            <a:r>
              <a:rPr lang="fr-FR" noProof="0"/>
              <a:t>Titre de chapitre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F5A94C1-5612-0C4E-AD3E-41D943DF9F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1225" y="1057074"/>
            <a:ext cx="2551981" cy="1745762"/>
          </a:xfrm>
        </p:spPr>
        <p:txBody>
          <a:bodyPr wrap="none">
            <a:noAutofit/>
          </a:bodyPr>
          <a:lstStyle>
            <a:lvl1pPr marL="0" indent="0">
              <a:buNone/>
              <a:defRPr sz="19900" b="1" i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00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05430-83B6-0E4F-BE1E-E1FFA5830636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911225" y="4170885"/>
            <a:ext cx="5976938" cy="443198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6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2e ligne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E9B84AF-D696-2D43-8E44-049D9CD0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8401" y="778953"/>
            <a:ext cx="4421964" cy="44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762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546" userDrawn="1">
          <p15:clr>
            <a:srgbClr val="FBAE40"/>
          </p15:clr>
        </p15:guide>
        <p15:guide id="3" orient="horz" pos="2636" userDrawn="1">
          <p15:clr>
            <a:srgbClr val="FBAE40"/>
          </p15:clr>
        </p15:guide>
        <p15:guide id="4" pos="433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 pic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65E3FA-3C80-FE4D-960D-BA9FB063A873}"/>
              </a:ext>
            </a:extLst>
          </p:cNvPr>
          <p:cNvSpPr/>
          <p:nvPr userDrawn="1"/>
        </p:nvSpPr>
        <p:spPr>
          <a:xfrm>
            <a:off x="7778400" y="0"/>
            <a:ext cx="4413600" cy="59798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53F072-FA41-D243-B507-0608C117DAE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2208D3FB-2F0C-C34D-BE5D-136246004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3656235"/>
            <a:ext cx="5976938" cy="498598"/>
          </a:xfrm>
        </p:spPr>
        <p:txBody>
          <a:bodyPr anchor="t" anchorCtr="0"/>
          <a:lstStyle>
            <a:lvl1pPr>
              <a:defRPr sz="3600" b="0" i="0">
                <a:latin typeface="+mn-lt"/>
              </a:defRPr>
            </a:lvl1pPr>
          </a:lstStyle>
          <a:p>
            <a:r>
              <a:rPr lang="fr-FR" noProof="0"/>
              <a:t>Titre de chapitre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F5A94C1-5612-0C4E-AD3E-41D943DF9F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1225" y="1057074"/>
            <a:ext cx="2551981" cy="1745762"/>
          </a:xfrm>
        </p:spPr>
        <p:txBody>
          <a:bodyPr wrap="none">
            <a:noAutofit/>
          </a:bodyPr>
          <a:lstStyle>
            <a:lvl1pPr marL="0" indent="0">
              <a:buNone/>
              <a:defRPr sz="19900" b="1" i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00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05430-83B6-0E4F-BE1E-E1FFA5830636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911225" y="4170885"/>
            <a:ext cx="5976938" cy="443198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6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2e ligne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E9B84AF-D696-2D43-8E44-049D9CD0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8401" y="778953"/>
            <a:ext cx="4421964" cy="44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313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546" userDrawn="1">
          <p15:clr>
            <a:srgbClr val="FBAE40"/>
          </p15:clr>
        </p15:guide>
        <p15:guide id="3" orient="horz" pos="2636" userDrawn="1">
          <p15:clr>
            <a:srgbClr val="FBAE40"/>
          </p15:clr>
        </p15:guide>
        <p15:guide id="4" pos="433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 pic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65E3FA-3C80-FE4D-960D-BA9FB063A873}"/>
              </a:ext>
            </a:extLst>
          </p:cNvPr>
          <p:cNvSpPr/>
          <p:nvPr userDrawn="1"/>
        </p:nvSpPr>
        <p:spPr>
          <a:xfrm>
            <a:off x="7778400" y="0"/>
            <a:ext cx="4413600" cy="59798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53F072-FA41-D243-B507-0608C117DAE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2208D3FB-2F0C-C34D-BE5D-136246004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3656235"/>
            <a:ext cx="5976938" cy="498598"/>
          </a:xfrm>
        </p:spPr>
        <p:txBody>
          <a:bodyPr anchor="t" anchorCtr="0"/>
          <a:lstStyle>
            <a:lvl1pPr>
              <a:defRPr sz="3600" b="0" i="0">
                <a:latin typeface="+mn-lt"/>
              </a:defRPr>
            </a:lvl1pPr>
          </a:lstStyle>
          <a:p>
            <a:r>
              <a:rPr lang="fr-FR" noProof="0"/>
              <a:t>Titre de chapitre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F5A94C1-5612-0C4E-AD3E-41D943DF9F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1225" y="1057074"/>
            <a:ext cx="2551981" cy="1745762"/>
          </a:xfrm>
        </p:spPr>
        <p:txBody>
          <a:bodyPr wrap="none">
            <a:noAutofit/>
          </a:bodyPr>
          <a:lstStyle>
            <a:lvl1pPr marL="0" indent="0">
              <a:buNone/>
              <a:defRPr sz="19900" b="1" i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00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05430-83B6-0E4F-BE1E-E1FFA5830636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911225" y="4170885"/>
            <a:ext cx="5976938" cy="443198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6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2e ligne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E9B84AF-D696-2D43-8E44-049D9CD0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8401" y="778953"/>
            <a:ext cx="4421964" cy="44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077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546" userDrawn="1">
          <p15:clr>
            <a:srgbClr val="FBAE40"/>
          </p15:clr>
        </p15:guide>
        <p15:guide id="3" orient="horz" pos="2636" userDrawn="1">
          <p15:clr>
            <a:srgbClr val="FBAE40"/>
          </p15:clr>
        </p15:guide>
        <p15:guide id="4" pos="433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 pic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65E3FA-3C80-FE4D-960D-BA9FB063A873}"/>
              </a:ext>
            </a:extLst>
          </p:cNvPr>
          <p:cNvSpPr/>
          <p:nvPr userDrawn="1"/>
        </p:nvSpPr>
        <p:spPr>
          <a:xfrm>
            <a:off x="7778400" y="0"/>
            <a:ext cx="4413600" cy="59798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53F072-FA41-D243-B507-0608C117DAE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2208D3FB-2F0C-C34D-BE5D-136246004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3656235"/>
            <a:ext cx="5976938" cy="498598"/>
          </a:xfrm>
        </p:spPr>
        <p:txBody>
          <a:bodyPr anchor="t" anchorCtr="0"/>
          <a:lstStyle>
            <a:lvl1pPr>
              <a:defRPr sz="3600" b="0" i="0">
                <a:latin typeface="+mn-lt"/>
              </a:defRPr>
            </a:lvl1pPr>
          </a:lstStyle>
          <a:p>
            <a:r>
              <a:rPr lang="fr-FR" noProof="0"/>
              <a:t>Titre de chapitre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F5A94C1-5612-0C4E-AD3E-41D943DF9F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1225" y="1057074"/>
            <a:ext cx="2551981" cy="1745762"/>
          </a:xfrm>
        </p:spPr>
        <p:txBody>
          <a:bodyPr wrap="none">
            <a:noAutofit/>
          </a:bodyPr>
          <a:lstStyle>
            <a:lvl1pPr marL="0" indent="0">
              <a:buNone/>
              <a:defRPr sz="19900" b="1" i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00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05430-83B6-0E4F-BE1E-E1FFA5830636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911225" y="4170885"/>
            <a:ext cx="5976938" cy="443198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6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2e ligne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E9B84AF-D696-2D43-8E44-049D9CD0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8401" y="778953"/>
            <a:ext cx="4421964" cy="44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237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546" userDrawn="1">
          <p15:clr>
            <a:srgbClr val="FBAE40"/>
          </p15:clr>
        </p15:guide>
        <p15:guide id="3" orient="horz" pos="2636" userDrawn="1">
          <p15:clr>
            <a:srgbClr val="FBAE40"/>
          </p15:clr>
        </p15:guide>
        <p15:guide id="4" pos="433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 pic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65E3FA-3C80-FE4D-960D-BA9FB063A873}"/>
              </a:ext>
            </a:extLst>
          </p:cNvPr>
          <p:cNvSpPr/>
          <p:nvPr userDrawn="1"/>
        </p:nvSpPr>
        <p:spPr>
          <a:xfrm>
            <a:off x="7778400" y="0"/>
            <a:ext cx="4413600" cy="59798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53F072-FA41-D243-B507-0608C117DAE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2208D3FB-2F0C-C34D-BE5D-136246004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3656235"/>
            <a:ext cx="5976938" cy="498598"/>
          </a:xfrm>
        </p:spPr>
        <p:txBody>
          <a:bodyPr anchor="t" anchorCtr="0"/>
          <a:lstStyle>
            <a:lvl1pPr>
              <a:defRPr sz="3600" b="0" i="0">
                <a:latin typeface="+mn-lt"/>
              </a:defRPr>
            </a:lvl1pPr>
          </a:lstStyle>
          <a:p>
            <a:r>
              <a:rPr lang="fr-FR" noProof="0"/>
              <a:t>Titre de chapitre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F5A94C1-5612-0C4E-AD3E-41D943DF9F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1225" y="1057074"/>
            <a:ext cx="2551981" cy="1745762"/>
          </a:xfrm>
        </p:spPr>
        <p:txBody>
          <a:bodyPr wrap="none">
            <a:noAutofit/>
          </a:bodyPr>
          <a:lstStyle>
            <a:lvl1pPr marL="0" indent="0">
              <a:buNone/>
              <a:defRPr sz="19900" b="1" i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00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05430-83B6-0E4F-BE1E-E1FFA5830636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911225" y="4170885"/>
            <a:ext cx="5976938" cy="443198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6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2e ligne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E9B84AF-D696-2D43-8E44-049D9CD0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8401" y="778953"/>
            <a:ext cx="4421964" cy="44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182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546" userDrawn="1">
          <p15:clr>
            <a:srgbClr val="FBAE40"/>
          </p15:clr>
        </p15:guide>
        <p15:guide id="3" orient="horz" pos="2636" userDrawn="1">
          <p15:clr>
            <a:srgbClr val="FBAE40"/>
          </p15:clr>
        </p15:guide>
        <p15:guide id="4" pos="433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 pic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65E3FA-3C80-FE4D-960D-BA9FB063A873}"/>
              </a:ext>
            </a:extLst>
          </p:cNvPr>
          <p:cNvSpPr/>
          <p:nvPr userDrawn="1"/>
        </p:nvSpPr>
        <p:spPr>
          <a:xfrm>
            <a:off x="7778400" y="0"/>
            <a:ext cx="4413600" cy="59798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53F072-FA41-D243-B507-0608C117DAE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2208D3FB-2F0C-C34D-BE5D-136246004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3656235"/>
            <a:ext cx="5976938" cy="498598"/>
          </a:xfrm>
        </p:spPr>
        <p:txBody>
          <a:bodyPr anchor="t" anchorCtr="0"/>
          <a:lstStyle>
            <a:lvl1pPr>
              <a:defRPr sz="3600" b="0" i="0">
                <a:latin typeface="+mn-lt"/>
              </a:defRPr>
            </a:lvl1pPr>
          </a:lstStyle>
          <a:p>
            <a:r>
              <a:rPr lang="fr-FR" noProof="0"/>
              <a:t>Titre de chapitre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F5A94C1-5612-0C4E-AD3E-41D943DF9F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1225" y="1057074"/>
            <a:ext cx="2551981" cy="1745762"/>
          </a:xfrm>
        </p:spPr>
        <p:txBody>
          <a:bodyPr wrap="none">
            <a:noAutofit/>
          </a:bodyPr>
          <a:lstStyle>
            <a:lvl1pPr marL="0" indent="0">
              <a:buNone/>
              <a:defRPr sz="19900" b="1" i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00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5BE05430-83B6-0E4F-BE1E-E1FFA5830636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911225" y="4170885"/>
            <a:ext cx="5976938" cy="443198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600" b="1" i="1" cap="none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titre 2e ligne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E9B84AF-D696-2D43-8E44-049D9CD0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8401" y="778953"/>
            <a:ext cx="4421964" cy="44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690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546" userDrawn="1">
          <p15:clr>
            <a:srgbClr val="FBAE40"/>
          </p15:clr>
        </p15:guide>
        <p15:guide id="3" orient="horz" pos="2636" userDrawn="1">
          <p15:clr>
            <a:srgbClr val="FBAE40"/>
          </p15:clr>
        </p15:guide>
        <p15:guide id="4" pos="433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08539" y="773561"/>
            <a:ext cx="10372236" cy="398571"/>
          </a:xfrm>
        </p:spPr>
        <p:txBody>
          <a:bodyPr anchor="b" anchorCtr="0"/>
          <a:lstStyle/>
          <a:p>
            <a:r>
              <a:rPr lang="fr-CA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CA" noProof="0" smtClean="0"/>
              <a:t>‹N°›</a:t>
            </a:fld>
            <a:endParaRPr lang="fr-CA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4868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CA" noProof="0"/>
              <a:t>Sous-titre de la slide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7A378A-2ADD-754E-B355-DFB3E68942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5" y="1852468"/>
            <a:ext cx="10369550" cy="2222147"/>
          </a:xfrm>
        </p:spPr>
        <p:txBody>
          <a:bodyPr/>
          <a:lstStyle/>
          <a:p>
            <a:pPr lvl="0"/>
            <a:r>
              <a:rPr lang="fr-CA" noProof="0"/>
              <a:t>Premier niveau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  <a:p>
            <a:pPr lvl="5"/>
            <a:r>
              <a:rPr lang="fr-CA" noProof="0"/>
              <a:t>Sixième niveau</a:t>
            </a:r>
          </a:p>
          <a:p>
            <a:pPr lvl="6"/>
            <a:r>
              <a:rPr lang="fr-CA" noProof="0"/>
              <a:t>Septième niveau</a:t>
            </a:r>
          </a:p>
          <a:p>
            <a:pPr lvl="7"/>
            <a:r>
              <a:rPr lang="fr-CA" noProof="0"/>
              <a:t>Huitième niveau</a:t>
            </a:r>
          </a:p>
          <a:p>
            <a:pPr lvl="8"/>
            <a:r>
              <a:rPr lang="fr-CA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30006116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770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orient="horz" pos="116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53488E4E-85C8-6F44-AF4E-40EC7D818D1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1225" y="1854000"/>
            <a:ext cx="5097463" cy="3378415"/>
          </a:xfr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A688DFD6-4E60-CD4A-BB51-A9AE35EACC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199" y="1852468"/>
            <a:ext cx="5045575" cy="22498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4772089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orient="horz" pos="1162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pos="3931" userDrawn="1">
          <p15:clr>
            <a:srgbClr val="FBAE40"/>
          </p15:clr>
        </p15:guide>
        <p15:guide id="5" pos="379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53488E4E-85C8-6F44-AF4E-40EC7D818D1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47660" y="1711628"/>
            <a:ext cx="3332624" cy="3378415"/>
          </a:xfr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E6C39DB8-06CB-A04C-BDFC-FB4CA4179F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225" y="1852468"/>
            <a:ext cx="3249295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0A632760-BD83-7348-8FC3-FDAC3C9B4E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443" y="1852468"/>
            <a:ext cx="3249295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2251604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pos="2625" userDrawn="1">
          <p15:clr>
            <a:srgbClr val="FBAE40"/>
          </p15:clr>
        </p15:guide>
        <p15:guide id="5" pos="4838" userDrawn="1">
          <p15:clr>
            <a:srgbClr val="FBAE40"/>
          </p15:clr>
        </p15:guide>
        <p15:guide id="6" pos="2795" userDrawn="1">
          <p15:clr>
            <a:srgbClr val="FBAE40"/>
          </p15:clr>
        </p15:guide>
        <p15:guide id="7" pos="49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2661738C-0F45-2145-9286-579587FAA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5" y="1852468"/>
            <a:ext cx="498588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7C97C714-0BB3-3648-85DF-B76CEB00B0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94897" y="1852468"/>
            <a:ext cx="498588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6547483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pos="3953" userDrawn="1">
          <p15:clr>
            <a:srgbClr val="FBAE40"/>
          </p15:clr>
        </p15:guide>
        <p15:guide id="5" pos="371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8DF7FB1E-13D7-3842-8549-8777CE8CD7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6297" y="3852000"/>
            <a:ext cx="4867655" cy="2033377"/>
          </a:xfr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16000" b="1" i="1" spc="-200" baseline="0">
                <a:solidFill>
                  <a:schemeClr val="tx2"/>
                </a:solidFill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fr-FR" noProof="0"/>
              <a:t>###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A4C658A1-D3CB-2249-8F1E-040A329D0B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5" y="1852468"/>
            <a:ext cx="498588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20782590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pos="3723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27721CD5-5D2D-3C4C-AED8-A7B2F829F6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1225" y="1854000"/>
            <a:ext cx="5908675" cy="3709771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D752C311-5604-F244-BCE7-88FB940172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6140" y="3852000"/>
            <a:ext cx="4067812" cy="2033377"/>
          </a:xfr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16000" b="1" i="1" spc="-200" baseline="0">
                <a:solidFill>
                  <a:schemeClr val="tx2"/>
                </a:solidFill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fr-FR" noProof="0"/>
              <a:t>###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169436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Image + 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27721CD5-5D2D-3C4C-AED8-A7B2F829F6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562" y="1854000"/>
            <a:ext cx="3512820" cy="3709771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68AC8A65-5C45-D343-8598-D834F6E24B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2918" y="3769200"/>
            <a:ext cx="3161033" cy="2033377"/>
          </a:xfr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16000" b="1" i="1" spc="-200" baseline="0">
                <a:solidFill>
                  <a:schemeClr val="tx2"/>
                </a:solidFill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fr-FR" noProof="0"/>
              <a:t>###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64619305-670B-614E-9486-68ADF410BF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5" y="1854000"/>
            <a:ext cx="3225799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9740003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pos="2607" userDrawn="1">
          <p15:clr>
            <a:srgbClr val="FBAE40"/>
          </p15:clr>
        </p15:guide>
        <p15:guide id="5" pos="2751" userDrawn="1">
          <p15:clr>
            <a:srgbClr val="FBAE40"/>
          </p15:clr>
        </p15:guide>
        <p15:guide id="6" pos="4951" userDrawn="1">
          <p15:clr>
            <a:srgbClr val="FBAE40"/>
          </p15:clr>
        </p15:guide>
        <p15:guide id="7" pos="511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C2CEE814-276B-DC45-AF66-1DB95FB135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66353" y="2395619"/>
            <a:ext cx="929743" cy="1024896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72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5AF08F55-755B-EE49-BBCA-44494D21B7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65" y="2395619"/>
            <a:ext cx="929743" cy="1024896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72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A4B1D113-3CA9-1D4A-9964-B4BED16D25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98377" y="2395619"/>
            <a:ext cx="929743" cy="1024896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72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828A9999-6B09-7D4D-AAE2-690E95804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24" y="3367619"/>
            <a:ext cx="3240000" cy="899733"/>
          </a:xfrm>
        </p:spPr>
        <p:txBody>
          <a:bodyPr/>
          <a:lstStyle>
            <a:lvl1pPr marL="0" indent="0" algn="ctr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0"/>
              </a:spcBef>
              <a:buNone/>
              <a:defRPr sz="1600" b="1"/>
            </a:lvl2pPr>
            <a:lvl3pPr marL="0" indent="0" algn="ctr">
              <a:spcBef>
                <a:spcPts val="1400"/>
              </a:spcBef>
              <a:buNone/>
              <a:defRPr/>
            </a:lvl3pPr>
            <a:lvl4pPr marL="0" indent="0" algn="ctr">
              <a:spcBef>
                <a:spcPts val="1400"/>
              </a:spcBef>
              <a:buNone/>
              <a:defRPr sz="1400"/>
            </a:lvl4pPr>
            <a:lvl5pPr marL="0" indent="0" algn="ctr">
              <a:spcBef>
                <a:spcPts val="1400"/>
              </a:spcBef>
              <a:buNone/>
              <a:defRPr sz="1400"/>
            </a:lvl5pPr>
            <a:lvl6pPr marL="0" indent="0" algn="ctr">
              <a:spcBef>
                <a:spcPts val="1400"/>
              </a:spcBef>
              <a:buNone/>
              <a:defRPr sz="1400"/>
            </a:lvl6pPr>
            <a:lvl7pPr marL="0" indent="0" algn="ctr">
              <a:spcBef>
                <a:spcPts val="1400"/>
              </a:spcBef>
              <a:buNone/>
              <a:defRPr sz="1400"/>
            </a:lvl7pPr>
            <a:lvl8pPr marL="0" indent="0" algn="ctr">
              <a:spcBef>
                <a:spcPts val="1400"/>
              </a:spcBef>
              <a:buNone/>
              <a:defRPr sz="1400"/>
            </a:lvl8pPr>
            <a:lvl9pPr marL="0" indent="0" algn="ctr">
              <a:spcBef>
                <a:spcPts val="1400"/>
              </a:spcBef>
              <a:buNone/>
              <a:defRPr sz="1400"/>
            </a:lvl9pPr>
          </a:lstStyle>
          <a:p>
            <a:pPr lvl="0"/>
            <a:r>
              <a:rPr lang="fr-FR" noProof="0"/>
              <a:t>Premier niveau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Deuxième niveau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Troisième niveau</a:t>
            </a:r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F90151FF-5DB9-7649-9DF8-F3CD3C1A25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77236" y="3367619"/>
            <a:ext cx="3240000" cy="899733"/>
          </a:xfrm>
        </p:spPr>
        <p:txBody>
          <a:bodyPr/>
          <a:lstStyle>
            <a:lvl1pPr marL="0" indent="0" algn="ctr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0"/>
              </a:spcBef>
              <a:buNone/>
              <a:defRPr sz="1600" b="1"/>
            </a:lvl2pPr>
            <a:lvl3pPr marL="0" indent="0" algn="ctr">
              <a:spcBef>
                <a:spcPts val="1400"/>
              </a:spcBef>
              <a:buNone/>
              <a:defRPr/>
            </a:lvl3pPr>
            <a:lvl4pPr marL="0" indent="0" algn="ctr">
              <a:spcBef>
                <a:spcPts val="1400"/>
              </a:spcBef>
              <a:buNone/>
              <a:defRPr sz="1400"/>
            </a:lvl4pPr>
            <a:lvl5pPr marL="0" indent="0" algn="ctr">
              <a:spcBef>
                <a:spcPts val="1400"/>
              </a:spcBef>
              <a:buNone/>
              <a:defRPr sz="1400"/>
            </a:lvl5pPr>
            <a:lvl6pPr marL="0" indent="0" algn="ctr">
              <a:spcBef>
                <a:spcPts val="1400"/>
              </a:spcBef>
              <a:buNone/>
              <a:defRPr sz="1400"/>
            </a:lvl6pPr>
            <a:lvl7pPr marL="0" indent="0" algn="ctr">
              <a:spcBef>
                <a:spcPts val="1400"/>
              </a:spcBef>
              <a:buNone/>
              <a:defRPr sz="1400"/>
            </a:lvl7pPr>
            <a:lvl8pPr marL="0" indent="0" algn="ctr">
              <a:spcBef>
                <a:spcPts val="1400"/>
              </a:spcBef>
              <a:buNone/>
              <a:defRPr sz="1400"/>
            </a:lvl8pPr>
            <a:lvl9pPr marL="0" indent="0" algn="ctr">
              <a:spcBef>
                <a:spcPts val="1400"/>
              </a:spcBef>
              <a:buNone/>
              <a:defRPr sz="1400"/>
            </a:lvl9pPr>
          </a:lstStyle>
          <a:p>
            <a:pPr lvl="0"/>
            <a:r>
              <a:rPr lang="fr-FR" noProof="0"/>
              <a:t>Premier niveau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Deuxième niveau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Troisième niveau</a:t>
            </a:r>
          </a:p>
        </p:txBody>
      </p: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F00172F0-AC49-3E41-8EBF-83272D4FE7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3248" y="3367619"/>
            <a:ext cx="3240000" cy="899733"/>
          </a:xfrm>
        </p:spPr>
        <p:txBody>
          <a:bodyPr/>
          <a:lstStyle>
            <a:lvl1pPr marL="0" indent="0" algn="ctr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0"/>
              </a:spcBef>
              <a:buNone/>
              <a:defRPr sz="1600" b="1"/>
            </a:lvl2pPr>
            <a:lvl3pPr marL="0" indent="0" algn="ctr">
              <a:spcBef>
                <a:spcPts val="1400"/>
              </a:spcBef>
              <a:buNone/>
              <a:defRPr/>
            </a:lvl3pPr>
            <a:lvl4pPr marL="0" indent="0" algn="ctr">
              <a:spcBef>
                <a:spcPts val="1400"/>
              </a:spcBef>
              <a:buNone/>
              <a:defRPr sz="1400"/>
            </a:lvl4pPr>
            <a:lvl5pPr marL="0" indent="0" algn="ctr">
              <a:spcBef>
                <a:spcPts val="1400"/>
              </a:spcBef>
              <a:buNone/>
              <a:defRPr sz="1400"/>
            </a:lvl5pPr>
            <a:lvl6pPr marL="0" indent="0" algn="ctr">
              <a:spcBef>
                <a:spcPts val="1400"/>
              </a:spcBef>
              <a:buNone/>
              <a:defRPr sz="1400"/>
            </a:lvl6pPr>
            <a:lvl7pPr marL="0" indent="0" algn="ctr">
              <a:spcBef>
                <a:spcPts val="1400"/>
              </a:spcBef>
              <a:buNone/>
              <a:defRPr sz="1400"/>
            </a:lvl7pPr>
            <a:lvl8pPr marL="0" indent="0" algn="ctr">
              <a:spcBef>
                <a:spcPts val="1400"/>
              </a:spcBef>
              <a:buNone/>
              <a:defRPr sz="1400"/>
            </a:lvl8pPr>
            <a:lvl9pPr marL="0" indent="0" algn="ctr">
              <a:spcBef>
                <a:spcPts val="1400"/>
              </a:spcBef>
              <a:buNone/>
              <a:defRPr sz="1400"/>
            </a:lvl9pPr>
          </a:lstStyle>
          <a:p>
            <a:pPr lvl="0"/>
            <a:r>
              <a:rPr lang="fr-FR" noProof="0"/>
              <a:t>Premier niveau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Deuxième niveau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9729997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1979" userDrawn="1">
          <p15:clr>
            <a:srgbClr val="FBAE40"/>
          </p15:clr>
        </p15:guide>
        <p15:guide id="4" orient="horz" pos="2115" userDrawn="1">
          <p15:clr>
            <a:srgbClr val="FBAE40"/>
          </p15:clr>
        </p15:guide>
        <p15:guide id="5" pos="2615" userDrawn="1">
          <p15:clr>
            <a:srgbClr val="FBAE40"/>
          </p15:clr>
        </p15:guide>
        <p15:guide id="6" pos="2819" userDrawn="1">
          <p15:clr>
            <a:srgbClr val="FBAE40"/>
          </p15:clr>
        </p15:guide>
        <p15:guide id="7" pos="4861" userDrawn="1">
          <p15:clr>
            <a:srgbClr val="FBAE40"/>
          </p15:clr>
        </p15:guide>
        <p15:guide id="8" pos="506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7200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D71E05B7-5375-FC40-AAEE-9FCE5FFDF60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12175" y="2404104"/>
            <a:ext cx="929743" cy="1024896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72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D2E632B7-04C2-394F-9C3E-29908E8D2F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200" y="3357563"/>
            <a:ext cx="2339692" cy="899733"/>
          </a:xfrm>
        </p:spPr>
        <p:txBody>
          <a:bodyPr/>
          <a:lstStyle>
            <a:lvl1pPr marL="0" indent="0" algn="ctr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0"/>
              </a:spcBef>
              <a:buNone/>
              <a:defRPr sz="1600" b="1"/>
            </a:lvl2pPr>
            <a:lvl3pPr marL="0" indent="0" algn="ctr">
              <a:spcBef>
                <a:spcPts val="1400"/>
              </a:spcBef>
              <a:buNone/>
              <a:defRPr/>
            </a:lvl3pPr>
            <a:lvl4pPr marL="0" indent="0" algn="ctr">
              <a:spcBef>
                <a:spcPts val="1400"/>
              </a:spcBef>
              <a:buNone/>
              <a:defRPr sz="1400"/>
            </a:lvl4pPr>
            <a:lvl5pPr marL="0" indent="0" algn="ctr">
              <a:spcBef>
                <a:spcPts val="1400"/>
              </a:spcBef>
              <a:buNone/>
              <a:defRPr sz="1400"/>
            </a:lvl5pPr>
            <a:lvl6pPr marL="0" indent="0" algn="ctr">
              <a:spcBef>
                <a:spcPts val="1400"/>
              </a:spcBef>
              <a:buNone/>
              <a:defRPr sz="1400"/>
            </a:lvl6pPr>
            <a:lvl7pPr marL="0" indent="0" algn="ctr">
              <a:spcBef>
                <a:spcPts val="1400"/>
              </a:spcBef>
              <a:buNone/>
              <a:defRPr sz="1400"/>
            </a:lvl7pPr>
            <a:lvl8pPr marL="0" indent="0" algn="ctr">
              <a:spcBef>
                <a:spcPts val="1400"/>
              </a:spcBef>
              <a:buNone/>
              <a:defRPr sz="1400"/>
            </a:lvl8pPr>
            <a:lvl9pPr marL="0" indent="0" algn="ctr">
              <a:spcBef>
                <a:spcPts val="1400"/>
              </a:spcBef>
              <a:buNone/>
              <a:defRPr sz="1400"/>
            </a:lvl9pPr>
          </a:lstStyle>
          <a:p>
            <a:pPr lvl="0"/>
            <a:r>
              <a:rPr lang="fr-FR" noProof="0"/>
              <a:t>Premier niveau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Deuxième niveau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Troisième niveau</a:t>
            </a:r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0F1F1A1A-D553-E24B-8F7E-B131C5FFE9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86300" y="2404104"/>
            <a:ext cx="929743" cy="1024896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72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25" name="Espace réservé du texte 7">
            <a:extLst>
              <a:ext uri="{FF2B5EF4-FFF2-40B4-BE49-F238E27FC236}">
                <a16:creationId xmlns:a16="http://schemas.microsoft.com/office/drawing/2014/main" id="{2F6763D3-754F-0A40-8524-70EAA2F616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1325" y="3357563"/>
            <a:ext cx="2339692" cy="899733"/>
          </a:xfrm>
        </p:spPr>
        <p:txBody>
          <a:bodyPr/>
          <a:lstStyle>
            <a:lvl1pPr marL="0" indent="0" algn="ctr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0"/>
              </a:spcBef>
              <a:buNone/>
              <a:defRPr sz="1600" b="1"/>
            </a:lvl2pPr>
            <a:lvl3pPr marL="0" indent="0" algn="ctr">
              <a:spcBef>
                <a:spcPts val="1400"/>
              </a:spcBef>
              <a:buNone/>
              <a:defRPr/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noProof="0"/>
              <a:t>Premier niveau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Deuxième niveau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Troisième niveau</a:t>
            </a:r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4D0673A9-15FA-5E47-94A2-83C9E9103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0425" y="2404104"/>
            <a:ext cx="929743" cy="1024896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72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D6815F18-5787-214B-815E-277DD153E4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55450" y="3357563"/>
            <a:ext cx="2339692" cy="899733"/>
          </a:xfrm>
        </p:spPr>
        <p:txBody>
          <a:bodyPr/>
          <a:lstStyle>
            <a:lvl1pPr marL="0" indent="0" algn="ctr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0"/>
              </a:spcBef>
              <a:buNone/>
              <a:defRPr sz="1600" b="1"/>
            </a:lvl2pPr>
            <a:lvl3pPr marL="0" indent="0" algn="ctr">
              <a:spcBef>
                <a:spcPts val="1400"/>
              </a:spcBef>
              <a:buNone/>
              <a:defRPr/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noProof="0"/>
              <a:t>Premier niveau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Deuxième niveau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Troisième niveau</a:t>
            </a:r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4B77F776-2E2B-2847-B50B-7077D4C257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34551" y="2404104"/>
            <a:ext cx="929743" cy="1024896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72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29" name="Espace réservé du texte 7">
            <a:extLst>
              <a:ext uri="{FF2B5EF4-FFF2-40B4-BE49-F238E27FC236}">
                <a16:creationId xmlns:a16="http://schemas.microsoft.com/office/drawing/2014/main" id="{EF32DE2C-3227-B744-8F29-8BA06E3291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29576" y="3357563"/>
            <a:ext cx="2339692" cy="899733"/>
          </a:xfrm>
        </p:spPr>
        <p:txBody>
          <a:bodyPr/>
          <a:lstStyle>
            <a:lvl1pPr marL="0" indent="0" algn="ctr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0"/>
              </a:spcBef>
              <a:buNone/>
              <a:defRPr sz="1600" b="1"/>
            </a:lvl2pPr>
            <a:lvl3pPr marL="0" indent="0" algn="ctr">
              <a:spcBef>
                <a:spcPts val="1400"/>
              </a:spcBef>
              <a:buNone/>
              <a:defRPr/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GB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noProof="0"/>
              <a:t>Premier niveau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Deuxième niveau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0565848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orient="horz" pos="686" userDrawn="1">
          <p15:clr>
            <a:srgbClr val="FBAE40"/>
          </p15:clr>
        </p15:guide>
        <p15:guide id="3" orient="horz" pos="1979" userDrawn="1">
          <p15:clr>
            <a:srgbClr val="FBAE40"/>
          </p15:clr>
        </p15:guide>
        <p15:guide id="4" orient="horz" pos="2115" userDrawn="1">
          <p15:clr>
            <a:srgbClr val="FBAE40"/>
          </p15:clr>
        </p15:guide>
        <p15:guide id="5" pos="2048" userDrawn="1">
          <p15:clr>
            <a:srgbClr val="FBAE40"/>
          </p15:clr>
        </p15:guide>
        <p15:guide id="6" pos="2252" userDrawn="1">
          <p15:clr>
            <a:srgbClr val="FBAE40"/>
          </p15:clr>
        </p15:guide>
        <p15:guide id="7" pos="3727" userDrawn="1">
          <p15:clr>
            <a:srgbClr val="FBAE40"/>
          </p15:clr>
        </p15:guide>
        <p15:guide id="8" pos="3931" userDrawn="1">
          <p15:clr>
            <a:srgbClr val="FBAE40"/>
          </p15:clr>
        </p15:guide>
        <p15:guide id="9" pos="5414" userDrawn="1">
          <p15:clr>
            <a:srgbClr val="FBAE40"/>
          </p15:clr>
        </p15:guide>
        <p15:guide id="10" pos="562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8E60C016-9AE2-9241-AC89-976F4F9947C4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768250" y="2131548"/>
            <a:ext cx="2506182" cy="2507898"/>
          </a:xfr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Graphique</a:t>
            </a:r>
          </a:p>
        </p:txBody>
      </p:sp>
      <p:sp>
        <p:nvSpPr>
          <p:cNvPr id="20" name="Espace réservé du graphique 7">
            <a:extLst>
              <a:ext uri="{FF2B5EF4-FFF2-40B4-BE49-F238E27FC236}">
                <a16:creationId xmlns:a16="http://schemas.microsoft.com/office/drawing/2014/main" id="{0AB002AD-E555-594C-A2CD-A07F436340A7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487802" y="2131548"/>
            <a:ext cx="2506182" cy="2507898"/>
          </a:xfr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Graphique</a:t>
            </a:r>
          </a:p>
        </p:txBody>
      </p:sp>
      <p:sp>
        <p:nvSpPr>
          <p:cNvPr id="21" name="Espace réservé du graphique 7">
            <a:extLst>
              <a:ext uri="{FF2B5EF4-FFF2-40B4-BE49-F238E27FC236}">
                <a16:creationId xmlns:a16="http://schemas.microsoft.com/office/drawing/2014/main" id="{DB04745B-A0AC-C445-A11F-84481BF3AD7C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207354" y="2131548"/>
            <a:ext cx="2506182" cy="2507898"/>
          </a:xfr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Graphique</a:t>
            </a:r>
          </a:p>
        </p:txBody>
      </p:sp>
      <p:sp>
        <p:nvSpPr>
          <p:cNvPr id="22" name="Espace réservé du graphique 7">
            <a:extLst>
              <a:ext uri="{FF2B5EF4-FFF2-40B4-BE49-F238E27FC236}">
                <a16:creationId xmlns:a16="http://schemas.microsoft.com/office/drawing/2014/main" id="{DF92BDBB-03C8-9347-827F-692B535844C2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8926906" y="2131548"/>
            <a:ext cx="2506182" cy="2507898"/>
          </a:xfrm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Graphique</a:t>
            </a:r>
          </a:p>
        </p:txBody>
      </p:sp>
      <p:sp>
        <p:nvSpPr>
          <p:cNvPr id="23" name="Espace réservé du texte 9">
            <a:extLst>
              <a:ext uri="{FF2B5EF4-FFF2-40B4-BE49-F238E27FC236}">
                <a16:creationId xmlns:a16="http://schemas.microsoft.com/office/drawing/2014/main" id="{0C2AB4D6-6D8D-E543-A083-0EA3AA2A14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71886" y="3082286"/>
            <a:ext cx="698910" cy="768672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54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64974255-9FB6-4845-8C7C-CACBF1AF12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91438" y="3082286"/>
            <a:ext cx="698910" cy="768672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54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6AEBD82F-B52E-CF4F-A935-03A98CE4DE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10990" y="3082286"/>
            <a:ext cx="698910" cy="768672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54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78376E78-9AC4-2442-991E-DC494FD277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30542" y="3082286"/>
            <a:ext cx="698910" cy="768672"/>
          </a:xfrm>
        </p:spPr>
        <p:txBody>
          <a:bodyPr wrap="none"/>
          <a:lstStyle>
            <a:lvl1pPr marL="6350" indent="0" algn="ctr">
              <a:spcBef>
                <a:spcPts val="600"/>
              </a:spcBef>
              <a:buFont typeface="Arial" panose="020B0604020202020204" pitchFamily="34" charset="0"/>
              <a:buNone/>
              <a:tabLst/>
              <a:defRPr sz="5400" b="1" i="1">
                <a:solidFill>
                  <a:schemeClr val="tx1"/>
                </a:solidFill>
                <a:latin typeface="+mj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##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70022B74-4469-5E4C-9245-8F25EA9C48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8250" y="4976814"/>
            <a:ext cx="2506182" cy="624786"/>
          </a:xfrm>
        </p:spPr>
        <p:txBody>
          <a:bodyPr/>
          <a:lstStyle>
            <a:lvl1pPr marL="0" indent="0" algn="ctr">
              <a:buNone/>
              <a:defRPr sz="20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1200"/>
              </a:spcBef>
              <a:buNone/>
              <a:defRPr sz="1400" b="0"/>
            </a:lvl2pPr>
            <a:lvl3pPr marL="0" indent="0" algn="ctr">
              <a:spcBef>
                <a:spcPts val="1200"/>
              </a:spcBef>
              <a:buNone/>
              <a:defRPr sz="1400"/>
            </a:lvl3pPr>
            <a:lvl4pPr marL="0" indent="0" algn="ctr">
              <a:spcBef>
                <a:spcPts val="1200"/>
              </a:spcBef>
              <a:buNone/>
              <a:defRPr sz="1400"/>
            </a:lvl4pPr>
            <a:lvl5pPr marL="0" indent="0" algn="ctr">
              <a:spcBef>
                <a:spcPts val="1200"/>
              </a:spcBef>
              <a:buNone/>
              <a:defRPr sz="1400"/>
            </a:lvl5pPr>
            <a:lvl6pPr marL="0" indent="0" algn="ctr">
              <a:spcBef>
                <a:spcPts val="1200"/>
              </a:spcBef>
              <a:buNone/>
              <a:defRPr sz="1400"/>
            </a:lvl6pPr>
            <a:lvl7pPr marL="0" indent="0" algn="ctr">
              <a:spcBef>
                <a:spcPts val="1200"/>
              </a:spcBef>
              <a:buNone/>
              <a:defRPr sz="1400"/>
            </a:lvl7pPr>
            <a:lvl8pPr marL="0" indent="0" algn="ctr">
              <a:spcBef>
                <a:spcPts val="1200"/>
              </a:spcBef>
              <a:buNone/>
              <a:defRPr sz="1400"/>
            </a:lvl8pPr>
            <a:lvl9pPr marL="0" indent="0" algn="ctr">
              <a:spcBef>
                <a:spcPts val="1200"/>
              </a:spcBef>
              <a:buNone/>
              <a:defRPr sz="1400"/>
            </a:lvl9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BDD10092-CEDE-E84C-A207-AD9B46E68E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75038" y="4976814"/>
            <a:ext cx="2518946" cy="624786"/>
          </a:xfrm>
        </p:spPr>
        <p:txBody>
          <a:bodyPr/>
          <a:lstStyle>
            <a:lvl1pPr marL="0" indent="0" algn="ctr">
              <a:buNone/>
              <a:defRPr sz="20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1200"/>
              </a:spcBef>
              <a:buNone/>
              <a:defRPr sz="1400" b="0"/>
            </a:lvl2pPr>
            <a:lvl3pPr marL="0" indent="0" algn="ctr">
              <a:spcBef>
                <a:spcPts val="1200"/>
              </a:spcBef>
              <a:buNone/>
              <a:defRPr sz="1400"/>
            </a:lvl3pPr>
            <a:lvl4pPr marL="0" indent="0" algn="ctr">
              <a:spcBef>
                <a:spcPts val="1200"/>
              </a:spcBef>
              <a:buNone/>
              <a:defRPr sz="1400"/>
            </a:lvl4pPr>
            <a:lvl5pPr marL="0" indent="0" algn="ctr">
              <a:spcBef>
                <a:spcPts val="1200"/>
              </a:spcBef>
              <a:buNone/>
              <a:defRPr sz="1400"/>
            </a:lvl5pPr>
            <a:lvl6pPr marL="0" indent="0" algn="ctr">
              <a:spcBef>
                <a:spcPts val="1200"/>
              </a:spcBef>
              <a:buNone/>
              <a:defRPr sz="1400"/>
            </a:lvl6pPr>
            <a:lvl7pPr marL="0" indent="0" algn="ctr">
              <a:spcBef>
                <a:spcPts val="1200"/>
              </a:spcBef>
              <a:buNone/>
              <a:defRPr sz="1400"/>
            </a:lvl7pPr>
            <a:lvl8pPr marL="0" indent="0" algn="ctr">
              <a:spcBef>
                <a:spcPts val="1200"/>
              </a:spcBef>
              <a:buNone/>
              <a:defRPr sz="1400"/>
            </a:lvl8pPr>
            <a:lvl9pPr marL="0" indent="0" algn="ctr">
              <a:spcBef>
                <a:spcPts val="1200"/>
              </a:spcBef>
              <a:buNone/>
              <a:defRPr sz="1400"/>
            </a:lvl9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70184AAC-EC54-9846-80E6-7EC2359FBB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7354" y="4976814"/>
            <a:ext cx="2506182" cy="624786"/>
          </a:xfrm>
        </p:spPr>
        <p:txBody>
          <a:bodyPr/>
          <a:lstStyle>
            <a:lvl1pPr marL="0" indent="0" algn="ctr">
              <a:buNone/>
              <a:defRPr sz="20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1200"/>
              </a:spcBef>
              <a:buNone/>
              <a:defRPr sz="1400" b="0"/>
            </a:lvl2pPr>
            <a:lvl3pPr marL="0" indent="0" algn="ctr">
              <a:spcBef>
                <a:spcPts val="1200"/>
              </a:spcBef>
              <a:buNone/>
              <a:defRPr sz="1400"/>
            </a:lvl3pPr>
            <a:lvl4pPr marL="0" indent="0" algn="ctr">
              <a:spcBef>
                <a:spcPts val="1200"/>
              </a:spcBef>
              <a:buNone/>
              <a:defRPr sz="1400"/>
            </a:lvl4pPr>
            <a:lvl5pPr marL="0" indent="0" algn="ctr">
              <a:spcBef>
                <a:spcPts val="1200"/>
              </a:spcBef>
              <a:buNone/>
              <a:defRPr sz="1400"/>
            </a:lvl5pPr>
            <a:lvl6pPr marL="0" indent="0" algn="ctr">
              <a:spcBef>
                <a:spcPts val="1200"/>
              </a:spcBef>
              <a:buNone/>
              <a:defRPr sz="1400"/>
            </a:lvl6pPr>
            <a:lvl7pPr marL="0" indent="0" algn="ctr">
              <a:spcBef>
                <a:spcPts val="1200"/>
              </a:spcBef>
              <a:buNone/>
              <a:defRPr sz="1400"/>
            </a:lvl7pPr>
            <a:lvl8pPr marL="0" indent="0" algn="ctr">
              <a:spcBef>
                <a:spcPts val="1200"/>
              </a:spcBef>
              <a:buNone/>
              <a:defRPr sz="1400"/>
            </a:lvl8pPr>
            <a:lvl9pPr marL="0" indent="0" algn="ctr">
              <a:spcBef>
                <a:spcPts val="1200"/>
              </a:spcBef>
              <a:buNone/>
              <a:defRPr sz="1400"/>
            </a:lvl9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31" name="Espace réservé du texte 7">
            <a:extLst>
              <a:ext uri="{FF2B5EF4-FFF2-40B4-BE49-F238E27FC236}">
                <a16:creationId xmlns:a16="http://schemas.microsoft.com/office/drawing/2014/main" id="{2EDFDC2A-5D2B-4144-9196-AB2D30B90DD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26906" y="4976814"/>
            <a:ext cx="2506182" cy="624786"/>
          </a:xfrm>
        </p:spPr>
        <p:txBody>
          <a:bodyPr/>
          <a:lstStyle>
            <a:lvl1pPr marL="0" indent="0" algn="ctr">
              <a:buNone/>
              <a:defRPr sz="2000" b="1" i="1">
                <a:solidFill>
                  <a:schemeClr val="tx2"/>
                </a:solidFill>
                <a:latin typeface="+mj-lt"/>
              </a:defRPr>
            </a:lvl1pPr>
            <a:lvl2pPr marL="0" indent="0" algn="ctr">
              <a:spcBef>
                <a:spcPts val="1200"/>
              </a:spcBef>
              <a:buNone/>
              <a:defRPr sz="1400" b="0"/>
            </a:lvl2pPr>
            <a:lvl3pPr marL="0" indent="0" algn="ctr">
              <a:spcBef>
                <a:spcPts val="1200"/>
              </a:spcBef>
              <a:buNone/>
              <a:defRPr sz="1400"/>
            </a:lvl3pPr>
            <a:lvl4pPr marL="0" indent="0" algn="ctr">
              <a:spcBef>
                <a:spcPts val="1200"/>
              </a:spcBef>
              <a:buNone/>
              <a:defRPr sz="1400"/>
            </a:lvl4pPr>
            <a:lvl5pPr marL="0" indent="0" algn="ctr">
              <a:spcBef>
                <a:spcPts val="1200"/>
              </a:spcBef>
              <a:buNone/>
              <a:defRPr sz="1400"/>
            </a:lvl5pPr>
            <a:lvl6pPr marL="0" indent="0" algn="ctr">
              <a:spcBef>
                <a:spcPts val="1200"/>
              </a:spcBef>
              <a:buNone/>
              <a:defRPr sz="1400"/>
            </a:lvl6pPr>
            <a:lvl7pPr marL="0" indent="0" algn="ctr">
              <a:spcBef>
                <a:spcPts val="1200"/>
              </a:spcBef>
              <a:buNone/>
              <a:defRPr sz="1400"/>
            </a:lvl7pPr>
            <a:lvl8pPr marL="0" indent="0" algn="ctr">
              <a:spcBef>
                <a:spcPts val="1200"/>
              </a:spcBef>
              <a:buNone/>
              <a:defRPr sz="1400"/>
            </a:lvl8pPr>
            <a:lvl9pPr marL="0" indent="0" algn="ctr">
              <a:spcBef>
                <a:spcPts val="1200"/>
              </a:spcBef>
              <a:buNone/>
              <a:defRPr sz="1400"/>
            </a:lvl9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Second niveau</a:t>
            </a:r>
          </a:p>
        </p:txBody>
      </p:sp>
    </p:spTree>
    <p:extLst>
      <p:ext uri="{BB962C8B-B14F-4D97-AF65-F5344CB8AC3E}">
        <p14:creationId xmlns:p14="http://schemas.microsoft.com/office/powerpoint/2010/main" val="7939828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orient="horz" pos="686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  <p15:guide id="4" orient="horz" pos="3135" userDrawn="1">
          <p15:clr>
            <a:srgbClr val="FBAE40"/>
          </p15:clr>
        </p15:guide>
        <p15:guide id="5" pos="2068" userDrawn="1">
          <p15:clr>
            <a:srgbClr val="FBAE40"/>
          </p15:clr>
        </p15:guide>
        <p15:guide id="6" pos="2189" userDrawn="1">
          <p15:clr>
            <a:srgbClr val="FBAE40"/>
          </p15:clr>
        </p15:guide>
        <p15:guide id="7" pos="3772" userDrawn="1">
          <p15:clr>
            <a:srgbClr val="FBAE40"/>
          </p15:clr>
        </p15:guide>
        <p15:guide id="8" pos="3908" userDrawn="1">
          <p15:clr>
            <a:srgbClr val="FBAE40"/>
          </p15:clr>
        </p15:guide>
        <p15:guide id="9" pos="5496" userDrawn="1">
          <p15:clr>
            <a:srgbClr val="FBAE40"/>
          </p15:clr>
        </p15:guide>
        <p15:guide id="10" pos="561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bat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53488E4E-85C8-6F44-AF4E-40EC7D818D1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40263" y="868121"/>
            <a:ext cx="6840511" cy="5114225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8ACB027-E014-5443-B332-3EADC63FC5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5" y="5238769"/>
            <a:ext cx="3274548" cy="330347"/>
          </a:xfrm>
        </p:spPr>
        <p:txBody>
          <a:bodyPr/>
          <a:lstStyle>
            <a:lvl1pPr marL="0" indent="0">
              <a:spcBef>
                <a:spcPts val="200"/>
              </a:spcBef>
              <a:buNone/>
              <a:defRPr sz="1100" b="1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200"/>
              </a:spcBef>
              <a:defRPr sz="1100" b="0" i="0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200"/>
              </a:spcBef>
              <a:defRPr sz="11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200"/>
              </a:spcBef>
              <a:defRPr sz="11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Prénom Nom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FD29F1-F2DF-A64A-9CC6-221A36A12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8539" y="4421107"/>
            <a:ext cx="3274548" cy="461665"/>
          </a:xfrm>
        </p:spPr>
        <p:txBody>
          <a:bodyPr/>
          <a:lstStyle>
            <a:lvl1pPr>
              <a:defRPr lang="fr-FR" sz="3000" b="1" i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fr-FR" noProof="0"/>
              <a:t>Premier niveau</a:t>
            </a:r>
          </a:p>
        </p:txBody>
      </p:sp>
    </p:spTree>
    <p:extLst>
      <p:ext uri="{BB962C8B-B14F-4D97-AF65-F5344CB8AC3E}">
        <p14:creationId xmlns:p14="http://schemas.microsoft.com/office/powerpoint/2010/main" val="36117087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022" userDrawn="1">
          <p15:clr>
            <a:srgbClr val="FBAE40"/>
          </p15:clr>
        </p15:guide>
        <p15:guide id="3" orient="horz" pos="338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batim (Fond dégradé)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53488E4E-85C8-6F44-AF4E-40EC7D818D1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40263" y="868121"/>
            <a:ext cx="6840511" cy="5114225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9535F730-A307-0346-BD0B-6621DBBFFA7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E58D547F-68E7-4643-8C51-8212B20A60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5" y="5238769"/>
            <a:ext cx="3274548" cy="330347"/>
          </a:xfrm>
        </p:spPr>
        <p:txBody>
          <a:bodyPr/>
          <a:lstStyle>
            <a:lvl1pPr marL="0" indent="0">
              <a:spcBef>
                <a:spcPts val="200"/>
              </a:spcBef>
              <a:buNone/>
              <a:defRPr sz="1100" b="1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200"/>
              </a:spcBef>
              <a:defRPr sz="1100" b="0" i="0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200"/>
              </a:spcBef>
              <a:defRPr sz="11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200"/>
              </a:spcBef>
              <a:defRPr sz="11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Prénom Nom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09FA58C-43D1-5442-8DA6-7F3ED4DDC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8539" y="4421107"/>
            <a:ext cx="3274548" cy="461665"/>
          </a:xfrm>
        </p:spPr>
        <p:txBody>
          <a:bodyPr/>
          <a:lstStyle>
            <a:lvl1pPr>
              <a:defRPr lang="fr-FR" sz="3000" b="1" i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fr-FR" noProof="0"/>
              <a:t>Premier niveau</a:t>
            </a:r>
          </a:p>
        </p:txBody>
      </p:sp>
    </p:spTree>
    <p:extLst>
      <p:ext uri="{BB962C8B-B14F-4D97-AF65-F5344CB8AC3E}">
        <p14:creationId xmlns:p14="http://schemas.microsoft.com/office/powerpoint/2010/main" val="41547332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022" userDrawn="1">
          <p15:clr>
            <a:srgbClr val="FBAE40"/>
          </p15:clr>
        </p15:guide>
        <p15:guide id="2" orient="horz" pos="338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AD5E6A9C-1B79-1143-ADCA-3A754054B9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4" y="3042000"/>
            <a:ext cx="5070063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59F026EF-EE34-D94C-9304-CEFEBDED35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10713" y="3042000"/>
            <a:ext cx="507600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11385317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orient="horz" pos="686" userDrawn="1">
          <p15:clr>
            <a:srgbClr val="FBAE40"/>
          </p15:clr>
        </p15:guide>
        <p15:guide id="3" orient="horz" pos="1911" userDrawn="1">
          <p15:clr>
            <a:srgbClr val="FBAE40"/>
          </p15:clr>
        </p15:guide>
        <p15:guide id="4" pos="3908" userDrawn="1">
          <p15:clr>
            <a:srgbClr val="FBAE40"/>
          </p15:clr>
        </p15:guide>
        <p15:guide id="5" pos="3772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AD5E6A9C-1B79-1143-ADCA-3A754054B9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5" y="3042000"/>
            <a:ext cx="3308432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59F026EF-EE34-D94C-9304-CEFEBDED35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49082" y="3042000"/>
            <a:ext cx="3308432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BC1963F6-E31A-0140-A5B0-259416228B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86939" y="3042000"/>
            <a:ext cx="3308432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35300707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orient="horz" pos="686" userDrawn="1">
          <p15:clr>
            <a:srgbClr val="FBAE40"/>
          </p15:clr>
        </p15:guide>
        <p15:guide id="3" orient="horz" pos="1911" userDrawn="1">
          <p15:clr>
            <a:srgbClr val="FBAE40"/>
          </p15:clr>
        </p15:guide>
        <p15:guide id="4" pos="2797" userDrawn="1">
          <p15:clr>
            <a:srgbClr val="FBAE40"/>
          </p15:clr>
        </p15:guide>
        <p15:guide id="5" pos="2661" userDrawn="1">
          <p15:clr>
            <a:srgbClr val="FBAE40"/>
          </p15:clr>
        </p15:guide>
        <p15:guide id="6" pos="4883" userDrawn="1">
          <p15:clr>
            <a:srgbClr val="FBAE40"/>
          </p15:clr>
        </p15:guide>
        <p15:guide id="7" pos="5019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FA5D9FB0-5690-7549-84BF-F0AC80362E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5" y="3042000"/>
            <a:ext cx="1652823" cy="2163669"/>
          </a:xfrm>
        </p:spPr>
        <p:txBody>
          <a:bodyPr/>
          <a:lstStyle>
            <a:lvl1pPr marL="0" indent="0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82575B4D-E624-CC4A-8620-329928C476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39570" y="3042000"/>
            <a:ext cx="1652823" cy="2163669"/>
          </a:xfrm>
        </p:spPr>
        <p:txBody>
          <a:bodyPr/>
          <a:lstStyle>
            <a:lvl1pPr marL="0" indent="0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5CBA7E82-B1FA-0740-96B4-DCDA59C120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67915" y="3042000"/>
            <a:ext cx="1652823" cy="2163669"/>
          </a:xfrm>
        </p:spPr>
        <p:txBody>
          <a:bodyPr/>
          <a:lstStyle>
            <a:lvl1pPr marL="0" indent="0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A1B77B60-8952-DF49-801B-232872EB75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6260" y="3042000"/>
            <a:ext cx="1652823" cy="2163669"/>
          </a:xfrm>
        </p:spPr>
        <p:txBody>
          <a:bodyPr/>
          <a:lstStyle>
            <a:lvl1pPr marL="0" indent="0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B5747A10-F17F-C243-A408-D966753EAD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24605" y="3042000"/>
            <a:ext cx="1652823" cy="2163669"/>
          </a:xfrm>
        </p:spPr>
        <p:txBody>
          <a:bodyPr/>
          <a:lstStyle>
            <a:lvl1pPr marL="0" indent="0">
              <a:buNone/>
              <a:defRPr sz="2200" b="1" i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951901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orient="horz" pos="686" userDrawn="1">
          <p15:clr>
            <a:srgbClr val="FBAE40"/>
          </p15:clr>
        </p15:guide>
        <p15:guide id="4" orient="horz" pos="1911" userDrawn="1">
          <p15:clr>
            <a:srgbClr val="FBAE40"/>
          </p15:clr>
        </p15:guide>
        <p15:guide id="5" pos="1617" userDrawn="1">
          <p15:clr>
            <a:srgbClr val="FBAE40"/>
          </p15:clr>
        </p15:guide>
        <p15:guide id="6" pos="1912" userDrawn="1">
          <p15:clr>
            <a:srgbClr val="FBAE40"/>
          </p15:clr>
        </p15:guide>
        <p15:guide id="7" pos="2955" userDrawn="1">
          <p15:clr>
            <a:srgbClr val="FBAE40"/>
          </p15:clr>
        </p15:guide>
        <p15:guide id="8" pos="4294" userDrawn="1">
          <p15:clr>
            <a:srgbClr val="FBAE40"/>
          </p15:clr>
        </p15:guide>
        <p15:guide id="9" pos="3254" userDrawn="1">
          <p15:clr>
            <a:srgbClr val="FBAE40"/>
          </p15:clr>
        </p15:guide>
        <p15:guide id="10" pos="4588" userDrawn="1">
          <p15:clr>
            <a:srgbClr val="FBAE40"/>
          </p15:clr>
        </p15:guide>
        <p15:guide id="11" pos="5641" userDrawn="1">
          <p15:clr>
            <a:srgbClr val="FBAE40"/>
          </p15:clr>
        </p15:guide>
        <p15:guide id="12" pos="5927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43AAB6F1-FD0F-AA4F-AF8C-9E5168FAAF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5" y="2133600"/>
            <a:ext cx="498588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C5927B18-32C0-A648-8611-7453FAFE59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4404" y="2133600"/>
            <a:ext cx="498588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23838886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pos="3717" userDrawn="1">
          <p15:clr>
            <a:srgbClr val="FBAE40"/>
          </p15:clr>
        </p15:guide>
        <p15:guide id="5" pos="3961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5249C84C-09E0-8445-9A13-3FF3DC84CF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5" y="2133600"/>
            <a:ext cx="3290071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70C28CCC-1D25-584E-BCF5-6C733D7CA3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50963" y="2133600"/>
            <a:ext cx="3290071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7BB823DD-9F8E-0F4B-9E86-25AE5D66B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89969" y="2133600"/>
            <a:ext cx="3290071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1874003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pos="4875" userDrawn="1">
          <p15:clr>
            <a:srgbClr val="FBAE40"/>
          </p15:clr>
        </p15:guide>
        <p15:guide id="5" pos="2654" userDrawn="1">
          <p15:clr>
            <a:srgbClr val="FBAE40"/>
          </p15:clr>
        </p15:guide>
        <p15:guide id="6" pos="2797" userDrawn="1">
          <p15:clr>
            <a:srgbClr val="FBAE40"/>
          </p15:clr>
        </p15:guide>
        <p15:guide id="7" pos="5024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4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08539" y="774000"/>
            <a:ext cx="10372236" cy="398571"/>
          </a:xfrm>
        </p:spPr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5249C84C-09E0-8445-9A13-3FF3DC84CF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2133600"/>
            <a:ext cx="240107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70C28CCC-1D25-584E-BCF5-6C733D7CA3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67256" y="2133600"/>
            <a:ext cx="240120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7BB823DD-9F8E-0F4B-9E86-25AE5D66B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3416" y="2133600"/>
            <a:ext cx="240120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AC10B34A-EE43-CA46-85C0-7D5F3E4F87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79575" y="2133600"/>
            <a:ext cx="2401200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12317477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pos="2094" userDrawn="1">
          <p15:clr>
            <a:srgbClr val="FBAE40"/>
          </p15:clr>
        </p15:guide>
        <p15:guide id="5" pos="2252" userDrawn="1">
          <p15:clr>
            <a:srgbClr val="FBAE40"/>
          </p15:clr>
        </p15:guide>
        <p15:guide id="6" pos="3772" userDrawn="1">
          <p15:clr>
            <a:srgbClr val="FBAE40"/>
          </p15:clr>
        </p15:guide>
        <p15:guide id="7" pos="3919" userDrawn="1">
          <p15:clr>
            <a:srgbClr val="FBAE40"/>
          </p15:clr>
        </p15:guide>
        <p15:guide id="8" pos="5428" userDrawn="1">
          <p15:clr>
            <a:srgbClr val="FBAE40"/>
          </p15:clr>
        </p15:guide>
        <p15:guide id="9" pos="5586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ableau 8">
            <a:extLst>
              <a:ext uri="{FF2B5EF4-FFF2-40B4-BE49-F238E27FC236}">
                <a16:creationId xmlns:a16="http://schemas.microsoft.com/office/drawing/2014/main" id="{D955FEC2-359C-5F49-A69D-A36E9B291C58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911225" y="1854000"/>
            <a:ext cx="10369550" cy="4082288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Tableau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7C122D19-B68A-2245-B23E-55C841E366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5" y="2714998"/>
            <a:ext cx="2607522" cy="472607"/>
          </a:xfrm>
          <a:solidFill>
            <a:schemeClr val="accent6"/>
          </a:solidFill>
        </p:spPr>
        <p:txBody>
          <a:bodyPr lIns="180000" tIns="90000" rIns="180000" bIns="9000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100" b="1" i="1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2B8818B4-B62F-FF47-BD80-1CE5C58E48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40025" y="3274780"/>
            <a:ext cx="2607522" cy="472607"/>
          </a:xfrm>
          <a:solidFill>
            <a:schemeClr val="accent5"/>
          </a:solidFill>
        </p:spPr>
        <p:txBody>
          <a:bodyPr lIns="180000" tIns="90000" rIns="180000" bIns="90000"/>
          <a:lstStyle>
            <a:lvl1pPr marL="0" indent="0">
              <a:spcBef>
                <a:spcPts val="0"/>
              </a:spcBef>
              <a:buNone/>
              <a:defRPr sz="1100" b="1" i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4D956800-76A2-BB42-A416-17B914BF8EE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8825" y="3834562"/>
            <a:ext cx="2607522" cy="472607"/>
          </a:xfrm>
          <a:solidFill>
            <a:schemeClr val="tx2"/>
          </a:solidFill>
        </p:spPr>
        <p:txBody>
          <a:bodyPr lIns="180000" tIns="90000" rIns="180000" bIns="90000"/>
          <a:lstStyle>
            <a:lvl1pPr marL="0" indent="0">
              <a:spcBef>
                <a:spcPts val="0"/>
              </a:spcBef>
              <a:buNone/>
              <a:defRPr sz="1100" b="1" i="1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5785B5FA-64D4-1641-BF92-C5A92125D9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7625" y="4394344"/>
            <a:ext cx="2607522" cy="472607"/>
          </a:xfrm>
          <a:solidFill>
            <a:schemeClr val="tx1"/>
          </a:solidFill>
        </p:spPr>
        <p:txBody>
          <a:bodyPr lIns="180000" tIns="90000" rIns="180000" bIns="90000"/>
          <a:lstStyle>
            <a:lvl1pPr marL="0" indent="0">
              <a:spcBef>
                <a:spcPts val="0"/>
              </a:spcBef>
              <a:buNone/>
              <a:defRPr sz="1100" b="1" i="1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448C5354-623C-E74F-B58F-FA33EAF2F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26425" y="4954126"/>
            <a:ext cx="2607522" cy="472607"/>
          </a:xfrm>
          <a:solidFill>
            <a:schemeClr val="accent6"/>
          </a:solidFill>
        </p:spPr>
        <p:txBody>
          <a:bodyPr lIns="180000" tIns="90000" rIns="180000" bIns="90000"/>
          <a:lstStyle>
            <a:lvl1pPr marL="0" indent="0">
              <a:spcBef>
                <a:spcPts val="0"/>
              </a:spcBef>
              <a:buNone/>
              <a:defRPr sz="1100" b="1" i="1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Second niveau</a:t>
            </a:r>
          </a:p>
        </p:txBody>
      </p:sp>
    </p:spTree>
    <p:extLst>
      <p:ext uri="{BB962C8B-B14F-4D97-AF65-F5344CB8AC3E}">
        <p14:creationId xmlns:p14="http://schemas.microsoft.com/office/powerpoint/2010/main" val="849017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ableau 8">
            <a:extLst>
              <a:ext uri="{FF2B5EF4-FFF2-40B4-BE49-F238E27FC236}">
                <a16:creationId xmlns:a16="http://schemas.microsoft.com/office/drawing/2014/main" id="{D955FEC2-359C-5F49-A69D-A36E9B291C58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911225" y="1844674"/>
            <a:ext cx="10369550" cy="410252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Tableau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1724126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CDED1FA-4B65-4D48-8ADE-F7C525B91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8539" y="774000"/>
            <a:ext cx="5008578" cy="398571"/>
          </a:xfrm>
        </p:spPr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FE05D54D-B457-BB46-96DF-D586B0502D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5008578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D0E1ECA8-D8BC-CB4A-A400-B6BB4E1EA2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5" y="2133600"/>
            <a:ext cx="5005388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14543871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  <p15:guide id="4" pos="3727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F89DBFCA-CAFC-804B-B0EB-5CF3BD90D4DD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451225" y="2243370"/>
            <a:ext cx="1296000" cy="1296675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4" name="Espace réservé pour une image  10">
            <a:extLst>
              <a:ext uri="{FF2B5EF4-FFF2-40B4-BE49-F238E27FC236}">
                <a16:creationId xmlns:a16="http://schemas.microsoft.com/office/drawing/2014/main" id="{2867C596-371A-A844-BBAF-A55BC29B8420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115303" y="2244045"/>
            <a:ext cx="1296551" cy="1296000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6" name="Espace réservé pour une image  10">
            <a:extLst>
              <a:ext uri="{FF2B5EF4-FFF2-40B4-BE49-F238E27FC236}">
                <a16:creationId xmlns:a16="http://schemas.microsoft.com/office/drawing/2014/main" id="{7F05AC67-89E3-9947-B9B1-A9C95702AC7F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779656" y="2244045"/>
            <a:ext cx="1296551" cy="1296000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8" name="Espace réservé pour une image  10">
            <a:extLst>
              <a:ext uri="{FF2B5EF4-FFF2-40B4-BE49-F238E27FC236}">
                <a16:creationId xmlns:a16="http://schemas.microsoft.com/office/drawing/2014/main" id="{FBD4BDC0-3296-6F4F-9749-F0BC350E96CA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9384590" y="2244045"/>
            <a:ext cx="1296551" cy="1296000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DB6936A8-CD8B-B64D-8B88-94A3E20E86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225" y="3795875"/>
            <a:ext cx="2376000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39C43F39-9A5F-5A4C-92F6-0726A61A9D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75578" y="3795875"/>
            <a:ext cx="2376000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7044970D-5DAB-0E48-B6C2-9CD2F4DFF9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9931" y="3795875"/>
            <a:ext cx="2376000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31BC74D3-5D39-874C-82AC-23642CC0C2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04284" y="3795875"/>
            <a:ext cx="2376000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1434934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  <p15:guide id="4" pos="2072" userDrawn="1">
          <p15:clr>
            <a:srgbClr val="FBAE40"/>
          </p15:clr>
        </p15:guide>
        <p15:guide id="5" pos="2252" userDrawn="1">
          <p15:clr>
            <a:srgbClr val="FBAE40"/>
          </p15:clr>
        </p15:guide>
        <p15:guide id="6" pos="3759" userDrawn="1">
          <p15:clr>
            <a:srgbClr val="FBAE40"/>
          </p15:clr>
        </p15:guide>
        <p15:guide id="7" pos="3919" userDrawn="1">
          <p15:clr>
            <a:srgbClr val="FBAE40"/>
          </p15:clr>
        </p15:guide>
        <p15:guide id="8" pos="5422" userDrawn="1">
          <p15:clr>
            <a:srgbClr val="FBAE40"/>
          </p15:clr>
        </p15:guide>
        <p15:guide id="9" pos="560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 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8049" y="1256400"/>
            <a:ext cx="10372235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F89DBFCA-CAFC-804B-B0EB-5CF3BD90D4DD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238825" y="2242800"/>
            <a:ext cx="1296000" cy="1296675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4" name="Espace réservé pour une image  10">
            <a:extLst>
              <a:ext uri="{FF2B5EF4-FFF2-40B4-BE49-F238E27FC236}">
                <a16:creationId xmlns:a16="http://schemas.microsoft.com/office/drawing/2014/main" id="{2867C596-371A-A844-BBAF-A55BC29B8420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343186" y="2242800"/>
            <a:ext cx="1296000" cy="1295449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6" name="Espace réservé pour une image  10">
            <a:extLst>
              <a:ext uri="{FF2B5EF4-FFF2-40B4-BE49-F238E27FC236}">
                <a16:creationId xmlns:a16="http://schemas.microsoft.com/office/drawing/2014/main" id="{7F05AC67-89E3-9947-B9B1-A9C95702AC7F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5447547" y="2242800"/>
            <a:ext cx="1296000" cy="1295449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8" name="Espace réservé pour une image  10">
            <a:extLst>
              <a:ext uri="{FF2B5EF4-FFF2-40B4-BE49-F238E27FC236}">
                <a16:creationId xmlns:a16="http://schemas.microsoft.com/office/drawing/2014/main" id="{FBD4BDC0-3296-6F4F-9749-F0BC350E96CA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7551908" y="2242800"/>
            <a:ext cx="1296000" cy="1295449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DB6936A8-CD8B-B64D-8B88-94A3E20E86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225" y="3794400"/>
            <a:ext cx="1951200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39C43F39-9A5F-5A4C-92F6-0726A61A9D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14859" y="3794400"/>
            <a:ext cx="1951200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7044970D-5DAB-0E48-B6C2-9CD2F4DFF9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19323" y="3794400"/>
            <a:ext cx="1951200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31BC74D3-5D39-874C-82AC-23642CC0C2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3787" y="3794400"/>
            <a:ext cx="1951200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9" name="Espace réservé pour une image  10">
            <a:extLst>
              <a:ext uri="{FF2B5EF4-FFF2-40B4-BE49-F238E27FC236}">
                <a16:creationId xmlns:a16="http://schemas.microsoft.com/office/drawing/2014/main" id="{3F74EF37-DA79-7F4D-8AF9-C1AC9348C60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9656268" y="2242800"/>
            <a:ext cx="1296000" cy="1295449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1D64E993-C2D3-4B4F-B4B5-32B0B67A27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28668" y="3794400"/>
            <a:ext cx="1951200" cy="1249573"/>
          </a:xfrm>
        </p:spPr>
        <p:txBody>
          <a:bodyPr/>
          <a:lstStyle>
            <a:lvl6pPr marL="504000" indent="0">
              <a:buNone/>
              <a:defRPr/>
            </a:lvl6pPr>
          </a:lstStyle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698137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  <p15:guide id="4" pos="1799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137" userDrawn="1">
          <p15:clr>
            <a:srgbClr val="FBAE40"/>
          </p15:clr>
        </p15:guide>
        <p15:guide id="7" pos="3224" userDrawn="1">
          <p15:clr>
            <a:srgbClr val="FBAE40"/>
          </p15:clr>
        </p15:guide>
        <p15:guide id="8" pos="4452" userDrawn="1">
          <p15:clr>
            <a:srgbClr val="FBAE40"/>
          </p15:clr>
        </p15:guide>
        <p15:guide id="9" pos="4543" userDrawn="1">
          <p15:clr>
            <a:srgbClr val="FBAE40"/>
          </p15:clr>
        </p15:guide>
        <p15:guide id="10" pos="5790" userDrawn="1">
          <p15:clr>
            <a:srgbClr val="FBAE40"/>
          </p15:clr>
        </p15:guide>
        <p15:guide id="11" pos="5881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mbre de l'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321DDAE-F8E6-0549-B8C7-CD5258AE3F87}"/>
              </a:ext>
            </a:extLst>
          </p:cNvPr>
          <p:cNvSpPr/>
          <p:nvPr userDrawn="1"/>
        </p:nvSpPr>
        <p:spPr>
          <a:xfrm>
            <a:off x="0" y="0"/>
            <a:ext cx="3810547" cy="59798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187497" y="774000"/>
            <a:ext cx="7093278" cy="398571"/>
          </a:xfrm>
        </p:spPr>
        <p:txBody>
          <a:bodyPr wrap="square">
            <a:spAutoFit/>
          </a:bodyPr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8BE63BDC-A739-864D-8C49-817AD3B08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87007" y="1256400"/>
            <a:ext cx="7093277" cy="249299"/>
          </a:xfrm>
        </p:spPr>
        <p:txBody>
          <a:bodyPr/>
          <a:lstStyle>
            <a:lvl1pPr marL="6350" indent="0">
              <a:spcBef>
                <a:spcPts val="600"/>
              </a:spcBef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6350" indent="0">
              <a:spcBef>
                <a:spcPts val="400"/>
              </a:spcBef>
              <a:buFont typeface="Arial" panose="020B0604020202020204" pitchFamily="34" charset="0"/>
              <a:buNone/>
              <a:tabLst/>
              <a:defRPr sz="1500" b="0" i="0">
                <a:solidFill>
                  <a:schemeClr val="tx1"/>
                </a:solidFill>
                <a:latin typeface="+mn-lt"/>
              </a:defRPr>
            </a:lvl2pPr>
            <a:lvl3pPr marL="6350" indent="0">
              <a:spcBef>
                <a:spcPts val="600"/>
              </a:spcBef>
              <a:buSzPct val="120000"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+mn-lt"/>
              </a:defRPr>
            </a:lvl3pPr>
            <a:lvl4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4pPr>
            <a:lvl5pPr marL="6350" indent="0">
              <a:spcBef>
                <a:spcPts val="800"/>
              </a:spcBef>
              <a:buSzPct val="140000"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Sous-titre de la slide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F89DBFCA-CAFC-804B-B0EB-5CF3BD90D4DD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249031" y="883656"/>
            <a:ext cx="1296551" cy="1296000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123F1158-24C9-3840-9ACE-B010FBB506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6506" y="2644964"/>
            <a:ext cx="2429872" cy="318549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200" b="1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1100" b="0" i="0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11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11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Prénom Nom</a:t>
            </a:r>
          </a:p>
          <a:p>
            <a:pPr lvl="1"/>
            <a:r>
              <a:rPr lang="fr-FR" noProof="0"/>
              <a:t>Second niveau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015410F3-E6B9-5642-8A6D-2032D75B0D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86989" y="1931803"/>
            <a:ext cx="7093785" cy="2222147"/>
          </a:xfrm>
        </p:spPr>
        <p:txBody>
          <a:bodyPr/>
          <a:lstStyle/>
          <a:p>
            <a:pPr lvl="0"/>
            <a:r>
              <a:rPr lang="fr-FR" noProof="0"/>
              <a:t>Premier niveau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</p:spTree>
    <p:extLst>
      <p:ext uri="{BB962C8B-B14F-4D97-AF65-F5344CB8AC3E}">
        <p14:creationId xmlns:p14="http://schemas.microsoft.com/office/powerpoint/2010/main" val="2495298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  <p15:guide id="3" orient="horz" pos="1207" userDrawn="1">
          <p15:clr>
            <a:srgbClr val="FBAE40"/>
          </p15:clr>
        </p15:guide>
        <p15:guide id="4" pos="2638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08539" y="829858"/>
            <a:ext cx="2417757" cy="341632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 noProof="0"/>
              <a:t>Contact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E8E744E-0528-464D-A2AA-8272B9938C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8539" y="1302351"/>
            <a:ext cx="2371416" cy="318549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200" b="1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1100" b="0" i="0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11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11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Prénom Nom</a:t>
            </a:r>
          </a:p>
          <a:p>
            <a:pPr lvl="1"/>
            <a:r>
              <a:rPr lang="fr-FR" noProof="0"/>
              <a:t>Second niveau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2071B609-9CDD-2641-973F-54344C3E397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7482"/>
          <a:stretch/>
        </p:blipFill>
        <p:spPr>
          <a:xfrm>
            <a:off x="4226280" y="-1"/>
            <a:ext cx="7054496" cy="5814253"/>
          </a:xfrm>
          <a:prstGeom prst="rect">
            <a:avLst/>
          </a:prstGeom>
        </p:spPr>
      </p:pic>
      <p:pic>
        <p:nvPicPr>
          <p:cNvPr id="13" name="Graphique 12">
            <a:hlinkClick r:id="rId3"/>
            <a:extLst>
              <a:ext uri="{FF2B5EF4-FFF2-40B4-BE49-F238E27FC236}">
                <a16:creationId xmlns:a16="http://schemas.microsoft.com/office/drawing/2014/main" id="{3B8859D1-3784-BC4E-9575-8E150106EE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657" y="5283996"/>
            <a:ext cx="280797" cy="280797"/>
          </a:xfrm>
          <a:prstGeom prst="rect">
            <a:avLst/>
          </a:prstGeom>
        </p:spPr>
      </p:pic>
      <p:sp>
        <p:nvSpPr>
          <p:cNvPr id="14" name="ZoneTexte 13">
            <a:hlinkClick r:id="rId5"/>
            <a:extLst>
              <a:ext uri="{FF2B5EF4-FFF2-40B4-BE49-F238E27FC236}">
                <a16:creationId xmlns:a16="http://schemas.microsoft.com/office/drawing/2014/main" id="{3B420D62-9421-AE40-891F-59F838A744CC}"/>
              </a:ext>
            </a:extLst>
          </p:cNvPr>
          <p:cNvSpPr txBox="1"/>
          <p:nvPr userDrawn="1"/>
        </p:nvSpPr>
        <p:spPr>
          <a:xfrm>
            <a:off x="938656" y="5673321"/>
            <a:ext cx="2700655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300" b="1" noProof="0">
                <a:solidFill>
                  <a:schemeClr val="tx2"/>
                </a:solidFill>
                <a:effectLst/>
                <a:latin typeface="Helvetica" pitchFamily="2" charset="0"/>
              </a:rPr>
              <a:t>www.soprasterianext.com</a:t>
            </a:r>
          </a:p>
        </p:txBody>
      </p:sp>
    </p:spTree>
    <p:extLst>
      <p:ext uri="{BB962C8B-B14F-4D97-AF65-F5344CB8AC3E}">
        <p14:creationId xmlns:p14="http://schemas.microsoft.com/office/powerpoint/2010/main" val="225713915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 (Fond dégradé) background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08539" y="820714"/>
            <a:ext cx="2417757" cy="341632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Contact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893B-6476-477A-B2C8-30948B7A6FD4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E8E744E-0528-464D-A2AA-8272B9938C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8539" y="1293207"/>
            <a:ext cx="2371416" cy="318549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200" b="1" i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0"/>
              </a:spcBef>
              <a:defRPr sz="1100" b="0" i="0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0"/>
              </a:spcBef>
              <a:defRPr sz="1100" b="0" i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0"/>
              </a:spcBef>
              <a:defRPr sz="11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fr-FR" noProof="0"/>
              <a:t>Prénom Nom</a:t>
            </a:r>
          </a:p>
          <a:p>
            <a:pPr lvl="1"/>
            <a:r>
              <a:rPr lang="fr-FR" noProof="0"/>
              <a:t>Second niveau</a:t>
            </a:r>
          </a:p>
        </p:txBody>
      </p:sp>
      <p:pic>
        <p:nvPicPr>
          <p:cNvPr id="13" name="Graphique 12">
            <a:hlinkClick r:id="rId2"/>
            <a:extLst>
              <a:ext uri="{FF2B5EF4-FFF2-40B4-BE49-F238E27FC236}">
                <a16:creationId xmlns:a16="http://schemas.microsoft.com/office/drawing/2014/main" id="{3B8859D1-3784-BC4E-9575-8E150106EE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657" y="5283996"/>
            <a:ext cx="280797" cy="280797"/>
          </a:xfrm>
          <a:prstGeom prst="rect">
            <a:avLst/>
          </a:prstGeom>
        </p:spPr>
      </p:pic>
      <p:sp>
        <p:nvSpPr>
          <p:cNvPr id="14" name="ZoneTexte 13">
            <a:hlinkClick r:id="rId4"/>
            <a:extLst>
              <a:ext uri="{FF2B5EF4-FFF2-40B4-BE49-F238E27FC236}">
                <a16:creationId xmlns:a16="http://schemas.microsoft.com/office/drawing/2014/main" id="{3B420D62-9421-AE40-891F-59F838A744CC}"/>
              </a:ext>
            </a:extLst>
          </p:cNvPr>
          <p:cNvSpPr txBox="1"/>
          <p:nvPr userDrawn="1"/>
        </p:nvSpPr>
        <p:spPr>
          <a:xfrm>
            <a:off x="938656" y="5673321"/>
            <a:ext cx="2700655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300" b="1" noProof="0">
                <a:solidFill>
                  <a:schemeClr val="tx1"/>
                </a:solidFill>
                <a:effectLst/>
                <a:latin typeface="Helvetica" pitchFamily="2" charset="0"/>
              </a:rPr>
              <a:t>www.soprasterianext.com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68963AB6-8D69-A241-9B24-1CE6BB2164C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2382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908539" y="774000"/>
            <a:ext cx="10372236" cy="39857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1225" y="1854000"/>
            <a:ext cx="10372236" cy="222214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  <a:p>
            <a:pPr lvl="6"/>
            <a:r>
              <a:rPr lang="fr-FR" noProof="0"/>
              <a:t>Septième niveau</a:t>
            </a:r>
          </a:p>
          <a:p>
            <a:pPr lvl="7"/>
            <a:r>
              <a:rPr lang="fr-FR" noProof="0"/>
              <a:t>Huitième niveau</a:t>
            </a:r>
          </a:p>
          <a:p>
            <a:pPr lvl="8"/>
            <a:r>
              <a:rPr lang="fr-FR" noProof="0"/>
              <a:t>Neuvième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911224" y="6445179"/>
            <a:ext cx="5184775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Titre de la présentation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16000" y="6412427"/>
            <a:ext cx="274113" cy="184666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80A9893B-6476-477A-B2C8-30948B7A6FD4}" type="slidenum">
              <a:rPr lang="fr-FR" noProof="0" smtClean="0"/>
              <a:pPr/>
              <a:t>‹N°›</a:t>
            </a:fld>
            <a:endParaRPr lang="fr-FR" noProof="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1BCD2698-73D5-5741-903E-B2BFFD80F7A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848975" y="6223808"/>
            <a:ext cx="1049804" cy="33493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3F97052-125A-FFD8-2841-7C604BCA9DF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10331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900" noProof="0">
                <a:solidFill>
                  <a:srgbClr val="CF02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– Usage restreint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763E76-096E-5C45-B01D-40BCFAD9D54E}"/>
              </a:ext>
            </a:extLst>
          </p:cNvPr>
          <p:cNvSpPr/>
          <p:nvPr userDrawn="1"/>
        </p:nvSpPr>
        <p:spPr>
          <a:xfrm>
            <a:off x="0" y="6807600"/>
            <a:ext cx="12192000" cy="504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2513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82" r:id="rId3"/>
    <p:sldLayoutId id="2147483683" r:id="rId4"/>
    <p:sldLayoutId id="2147483684" r:id="rId5"/>
    <p:sldLayoutId id="2147483653" r:id="rId6"/>
    <p:sldLayoutId id="2147483685" r:id="rId7"/>
    <p:sldLayoutId id="2147483667" r:id="rId8"/>
    <p:sldLayoutId id="2147483651" r:id="rId9"/>
    <p:sldLayoutId id="2147483668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50" r:id="rId18"/>
    <p:sldLayoutId id="2147483654" r:id="rId19"/>
    <p:sldLayoutId id="2147483669" r:id="rId20"/>
    <p:sldLayoutId id="2147483655" r:id="rId21"/>
    <p:sldLayoutId id="2147483656" r:id="rId22"/>
    <p:sldLayoutId id="2147483670" r:id="rId23"/>
    <p:sldLayoutId id="2147483671" r:id="rId24"/>
    <p:sldLayoutId id="2147483672" r:id="rId25"/>
    <p:sldLayoutId id="2147483657" r:id="rId26"/>
    <p:sldLayoutId id="2147483673" r:id="rId27"/>
    <p:sldLayoutId id="2147483658" r:id="rId28"/>
    <p:sldLayoutId id="2147483674" r:id="rId29"/>
    <p:sldLayoutId id="2147483693" r:id="rId30"/>
    <p:sldLayoutId id="2147483659" r:id="rId31"/>
    <p:sldLayoutId id="2147483675" r:id="rId32"/>
    <p:sldLayoutId id="2147483694" r:id="rId33"/>
    <p:sldLayoutId id="2147483676" r:id="rId34"/>
    <p:sldLayoutId id="2147483695" r:id="rId35"/>
    <p:sldLayoutId id="2147483660" r:id="rId36"/>
    <p:sldLayoutId id="2147483677" r:id="rId37"/>
    <p:sldLayoutId id="2147483661" r:id="rId38"/>
    <p:sldLayoutId id="2147483662" r:id="rId39"/>
    <p:sldLayoutId id="2147483696" r:id="rId40"/>
    <p:sldLayoutId id="2147483679" r:id="rId41"/>
    <p:sldLayoutId id="2147483663" r:id="rId42"/>
    <p:sldLayoutId id="2147483680" r:id="rId43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Font typeface="Arial" panose="020B0604020202020204" pitchFamily="34" charset="0"/>
        <a:buNone/>
        <a:defRPr sz="1600" b="1" i="1" kern="1200">
          <a:solidFill>
            <a:schemeClr val="tx2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None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24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468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648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648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648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648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648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4" userDrawn="1">
          <p15:clr>
            <a:srgbClr val="F26B43"/>
          </p15:clr>
        </p15:guide>
        <p15:guide id="2" pos="7106" userDrawn="1">
          <p15:clr>
            <a:srgbClr val="F26B43"/>
          </p15:clr>
        </p15:guide>
        <p15:guide id="4" orient="horz" pos="2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59DB3D1F-0BFD-4C4E-BD96-89CC688F5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1733" y="2286000"/>
            <a:ext cx="7149042" cy="492443"/>
          </a:xfrm>
        </p:spPr>
        <p:txBody>
          <a:bodyPr>
            <a:spAutoFit/>
          </a:bodyPr>
          <a:lstStyle/>
          <a:p>
            <a:r>
              <a:rPr lang="en-GB" sz="4000" dirty="0"/>
              <a:t>{{DECK_TITLE}}</a:t>
            </a: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5AAAA688-2CDD-8147-BBEE-17B833E52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896" y="2948400"/>
            <a:ext cx="5249879" cy="369332"/>
          </a:xfrm>
        </p:spPr>
        <p:txBody>
          <a:bodyPr>
            <a:spAutoFit/>
          </a:bodyPr>
          <a:lstStyle/>
          <a:p>
            <a:r>
              <a:rPr lang="en-GB" sz="2400" dirty="0"/>
              <a:t>{{DECK_SUBTITLE}}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0ADD542-CD44-F14A-A6E3-489197EE4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0913" y="4836035"/>
            <a:ext cx="5249862" cy="624786"/>
          </a:xfrm>
        </p:spPr>
        <p:txBody>
          <a:bodyPr>
            <a:spAutoFit/>
          </a:bodyPr>
          <a:lstStyle/>
          <a:p>
            <a:r>
              <a:rPr lang="fr-FR" noProof="0"/>
              <a:t>{{DATE}}</a:t>
            </a:r>
          </a:p>
          <a:p>
            <a:r>
              <a:rPr lang="fr-FR" noProof="0"/>
              <a:t>{{AUTHORS}}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368569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23B140-E516-5D42-94B9-801CE1F5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539" y="773561"/>
            <a:ext cx="10372236" cy="398571"/>
          </a:xfrm>
        </p:spPr>
        <p:txBody>
          <a:bodyPr>
            <a:spAutoFit/>
          </a:bodyPr>
          <a:lstStyle/>
          <a:p>
            <a:r>
              <a:rPr lang="fr-FR" dirty="0"/>
              <a:t>{{TITLE}}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DA70763-EEA5-C84A-A2F5-FE85CCF5A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1224" y="6445179"/>
            <a:ext cx="5184775" cy="153888"/>
          </a:xfrm>
        </p:spPr>
        <p:txBody>
          <a:bodyPr>
            <a:spAutoFit/>
          </a:bodyPr>
          <a:lstStyle/>
          <a:p>
            <a:r>
              <a:rPr lang="fr-FR"/>
              <a:t>{{FOOTER_TITLE}}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82E2E2-51EC-9845-BF6A-5CC07EFD1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929531" y="6411913"/>
            <a:ext cx="1420069" cy="184666"/>
          </a:xfrm>
        </p:spPr>
        <p:txBody>
          <a:bodyPr>
            <a:spAutoFit/>
          </a:bodyPr>
          <a:lstStyle/>
          <a:p>
            <a:r>
              <a:rPr lang="fr-FR" dirty="0"/>
              <a:t>{{PAGE_NUMBER}}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9A44886-BC0A-1E4D-863E-A265B7D313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8049" y="1254868"/>
            <a:ext cx="10372235" cy="249299"/>
          </a:xfrm>
        </p:spPr>
        <p:txBody>
          <a:bodyPr>
            <a:spAutoFit/>
          </a:bodyPr>
          <a:lstStyle/>
          <a:p>
            <a:r>
              <a:rPr lang="fr-FR" dirty="0"/>
              <a:t>{{SUBTITLE}}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4A5DF73-D66D-B648-AB45-F3E93338F0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1225" y="1852613"/>
            <a:ext cx="10369550" cy="221599"/>
          </a:xfrm>
        </p:spPr>
        <p:txBody>
          <a:bodyPr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{{BODY}}</a:t>
            </a:r>
          </a:p>
        </p:txBody>
      </p:sp>
    </p:spTree>
    <p:extLst>
      <p:ext uri="{BB962C8B-B14F-4D97-AF65-F5344CB8AC3E}">
        <p14:creationId xmlns:p14="http://schemas.microsoft.com/office/powerpoint/2010/main" val="361002863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DD458058-4E4C-7842-AF6A-C891E0C0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539" y="774000"/>
            <a:ext cx="10372236" cy="398571"/>
          </a:xfrm>
        </p:spPr>
        <p:txBody>
          <a:bodyPr>
            <a:spAutoFit/>
          </a:bodyPr>
          <a:lstStyle/>
          <a:p>
            <a:r>
              <a:rPr lang="fr-FR" dirty="0"/>
              <a:t>{{TITLE}}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D6684645-B577-134F-BA1F-01661C33A5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8050" y="1255713"/>
            <a:ext cx="10372725" cy="249299"/>
          </a:xfrm>
        </p:spPr>
        <p:txBody>
          <a:bodyPr>
            <a:spAutoFit/>
          </a:bodyPr>
          <a:lstStyle/>
          <a:p>
            <a:r>
              <a:rPr lang="fr-FR" dirty="0"/>
              <a:t>{{SUBTITLE}}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D6ACFDC-6B74-EF49-B8D7-467F35B08D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8050" y="2409150"/>
            <a:ext cx="4986338" cy="221599"/>
          </a:xfrm>
        </p:spPr>
        <p:txBody>
          <a:bodyPr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{{LEFT_BODY}}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6D1935E-9ECE-53E8-26AD-2EA6FC1414C1}"/>
              </a:ext>
            </a:extLst>
          </p:cNvPr>
          <p:cNvSpPr txBox="1"/>
          <p:nvPr/>
        </p:nvSpPr>
        <p:spPr>
          <a:xfrm>
            <a:off x="908050" y="1852468"/>
            <a:ext cx="498588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3C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FF3C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{{LEFT_TITLE}}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E15FCF16-684D-4471-91CF-E022026E5F9E}"/>
              </a:ext>
            </a:extLst>
          </p:cNvPr>
          <p:cNvSpPr txBox="1">
            <a:spLocks/>
          </p:cNvSpPr>
          <p:nvPr/>
        </p:nvSpPr>
        <p:spPr>
          <a:xfrm>
            <a:off x="6095999" y="2409150"/>
            <a:ext cx="4986338" cy="2215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b="1" i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8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8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8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{{RIGHT_BODY}}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13F8B1C-E552-E1AB-758A-24B59D5F404C}"/>
              </a:ext>
            </a:extLst>
          </p:cNvPr>
          <p:cNvSpPr txBox="1"/>
          <p:nvPr/>
        </p:nvSpPr>
        <p:spPr>
          <a:xfrm>
            <a:off x="6095999" y="1852468"/>
            <a:ext cx="498588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3C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FF3C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{{RIGHT_TITLE}}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78A4200A-45FB-8F99-CF73-C8C001891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1224" y="6445179"/>
            <a:ext cx="5184775" cy="153888"/>
          </a:xfrm>
        </p:spPr>
        <p:txBody>
          <a:bodyPr>
            <a:spAutoFit/>
          </a:bodyPr>
          <a:lstStyle/>
          <a:p>
            <a:r>
              <a:rPr lang="fr-FR"/>
              <a:t>{{FOOTER_TITLE}}</a:t>
            </a:r>
          </a:p>
        </p:txBody>
      </p:sp>
      <p:sp>
        <p:nvSpPr>
          <p:cNvPr id="17" name="Espace réservé du numéro de diapositive 3">
            <a:extLst>
              <a:ext uri="{FF2B5EF4-FFF2-40B4-BE49-F238E27FC236}">
                <a16:creationId xmlns:a16="http://schemas.microsoft.com/office/drawing/2014/main" id="{8861904D-4E7A-A2AE-47BB-E7936B284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929531" y="6411913"/>
            <a:ext cx="1420069" cy="184666"/>
          </a:xfrm>
        </p:spPr>
        <p:txBody>
          <a:bodyPr>
            <a:spAutoFit/>
          </a:bodyPr>
          <a:lstStyle/>
          <a:p>
            <a:r>
              <a:rPr lang="fr-FR" dirty="0"/>
              <a:t>{{PAGE_NUMBER}}</a:t>
            </a:r>
          </a:p>
        </p:txBody>
      </p:sp>
    </p:spTree>
    <p:extLst>
      <p:ext uri="{BB962C8B-B14F-4D97-AF65-F5344CB8AC3E}">
        <p14:creationId xmlns:p14="http://schemas.microsoft.com/office/powerpoint/2010/main" val="368520411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F07A-092E-28B9-CCAB-F29EEE90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1B7178CD-8C9C-5E43-DDFB-9B742385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539" y="774000"/>
            <a:ext cx="10372236" cy="398571"/>
          </a:xfrm>
        </p:spPr>
        <p:txBody>
          <a:bodyPr>
            <a:spAutoFit/>
          </a:bodyPr>
          <a:lstStyle/>
          <a:p>
            <a:r>
              <a:rPr lang="fr-FR" dirty="0"/>
              <a:t>{{TITLE}}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DC713F13-0D2D-4EBD-3C30-9D8D83B8C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8050" y="1255713"/>
            <a:ext cx="10372725" cy="249299"/>
          </a:xfrm>
        </p:spPr>
        <p:txBody>
          <a:bodyPr>
            <a:spAutoFit/>
          </a:bodyPr>
          <a:lstStyle/>
          <a:p>
            <a:r>
              <a:rPr lang="fr-FR" dirty="0"/>
              <a:t>{{SUBTITLE}}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6BC595F8-5F2A-00BF-6312-36E24D9D3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1224" y="6445179"/>
            <a:ext cx="5184775" cy="153888"/>
          </a:xfrm>
        </p:spPr>
        <p:txBody>
          <a:bodyPr>
            <a:spAutoFit/>
          </a:bodyPr>
          <a:lstStyle/>
          <a:p>
            <a:r>
              <a:rPr lang="fr-FR"/>
              <a:t>{{FOOTER_TITLE}}</a:t>
            </a:r>
          </a:p>
        </p:txBody>
      </p:sp>
      <p:sp>
        <p:nvSpPr>
          <p:cNvPr id="17" name="Espace réservé du numéro de diapositive 3">
            <a:extLst>
              <a:ext uri="{FF2B5EF4-FFF2-40B4-BE49-F238E27FC236}">
                <a16:creationId xmlns:a16="http://schemas.microsoft.com/office/drawing/2014/main" id="{7BA7448E-71B7-A7DC-F491-BDB86BF18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929531" y="6411913"/>
            <a:ext cx="1420069" cy="184666"/>
          </a:xfrm>
        </p:spPr>
        <p:txBody>
          <a:bodyPr>
            <a:spAutoFit/>
          </a:bodyPr>
          <a:lstStyle/>
          <a:p>
            <a:r>
              <a:rPr lang="fr-FR" dirty="0"/>
              <a:t>{{PAGE_NUMBER}}</a:t>
            </a:r>
          </a:p>
        </p:txBody>
      </p:sp>
      <p:graphicFrame>
        <p:nvGraphicFramePr>
          <p:cNvPr id="4" name="Tableau 25">
            <a:extLst>
              <a:ext uri="{FF2B5EF4-FFF2-40B4-BE49-F238E27FC236}">
                <a16:creationId xmlns:a16="http://schemas.microsoft.com/office/drawing/2014/main" id="{DFE81B68-3EB2-5D93-C8D2-3074476816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764619"/>
              </p:ext>
            </p:extLst>
          </p:nvPr>
        </p:nvGraphicFramePr>
        <p:xfrm>
          <a:off x="911225" y="1844675"/>
          <a:ext cx="10369548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72">
                  <a:extLst>
                    <a:ext uri="{9D8B030D-6E8A-4147-A177-3AD203B41FA5}">
                      <a16:colId xmlns:a16="http://schemas.microsoft.com/office/drawing/2014/main" val="2471609021"/>
                    </a:ext>
                  </a:extLst>
                </a:gridCol>
                <a:gridCol w="1152172">
                  <a:extLst>
                    <a:ext uri="{9D8B030D-6E8A-4147-A177-3AD203B41FA5}">
                      <a16:colId xmlns:a16="http://schemas.microsoft.com/office/drawing/2014/main" val="1677620358"/>
                    </a:ext>
                  </a:extLst>
                </a:gridCol>
                <a:gridCol w="1152172">
                  <a:extLst>
                    <a:ext uri="{9D8B030D-6E8A-4147-A177-3AD203B41FA5}">
                      <a16:colId xmlns:a16="http://schemas.microsoft.com/office/drawing/2014/main" val="3351633430"/>
                    </a:ext>
                  </a:extLst>
                </a:gridCol>
                <a:gridCol w="1152172">
                  <a:extLst>
                    <a:ext uri="{9D8B030D-6E8A-4147-A177-3AD203B41FA5}">
                      <a16:colId xmlns:a16="http://schemas.microsoft.com/office/drawing/2014/main" val="1689369337"/>
                    </a:ext>
                  </a:extLst>
                </a:gridCol>
                <a:gridCol w="1152172">
                  <a:extLst>
                    <a:ext uri="{9D8B030D-6E8A-4147-A177-3AD203B41FA5}">
                      <a16:colId xmlns:a16="http://schemas.microsoft.com/office/drawing/2014/main" val="3499683475"/>
                    </a:ext>
                  </a:extLst>
                </a:gridCol>
                <a:gridCol w="1152172">
                  <a:extLst>
                    <a:ext uri="{9D8B030D-6E8A-4147-A177-3AD203B41FA5}">
                      <a16:colId xmlns:a16="http://schemas.microsoft.com/office/drawing/2014/main" val="1961347782"/>
                    </a:ext>
                  </a:extLst>
                </a:gridCol>
                <a:gridCol w="1152172">
                  <a:extLst>
                    <a:ext uri="{9D8B030D-6E8A-4147-A177-3AD203B41FA5}">
                      <a16:colId xmlns:a16="http://schemas.microsoft.com/office/drawing/2014/main" val="1577820674"/>
                    </a:ext>
                  </a:extLst>
                </a:gridCol>
                <a:gridCol w="1152172">
                  <a:extLst>
                    <a:ext uri="{9D8B030D-6E8A-4147-A177-3AD203B41FA5}">
                      <a16:colId xmlns:a16="http://schemas.microsoft.com/office/drawing/2014/main" val="2229037630"/>
                    </a:ext>
                  </a:extLst>
                </a:gridCol>
                <a:gridCol w="1152172">
                  <a:extLst>
                    <a:ext uri="{9D8B030D-6E8A-4147-A177-3AD203B41FA5}">
                      <a16:colId xmlns:a16="http://schemas.microsoft.com/office/drawing/2014/main" val="2082294607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endParaRPr lang="fr-FR" noProof="0"/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/>
                        <a:t>Étape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/>
                        <a:t>Étape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/>
                        <a:t>Étape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/>
                        <a:t>Étape 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/>
                        <a:t>Étape 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/>
                        <a:t>Étape 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/>
                        <a:t>Étape 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/>
                        <a:t>Étape 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65991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/>
                        <a:t>Mois 1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278039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/>
                        <a:t>Mois 2</a:t>
                      </a:r>
                      <a:endParaRPr lang="fr-FR" sz="1200" noProof="0"/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06247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/>
                        <a:t>Mois 3</a:t>
                      </a:r>
                      <a:endParaRPr lang="fr-FR" sz="1200" noProof="0"/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46763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/>
                        <a:t>Mois 4</a:t>
                      </a:r>
                      <a:endParaRPr lang="fr-FR" sz="1200" noProof="0"/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06123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/>
                        <a:t>Mois 5</a:t>
                      </a:r>
                      <a:endParaRPr lang="fr-FR" sz="1200" noProof="0"/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97930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/>
                        <a:t>Mois 6</a:t>
                      </a:r>
                      <a:endParaRPr lang="fr-FR" sz="1200" noProof="0"/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3337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/>
                        <a:t>Mois 7</a:t>
                      </a:r>
                      <a:endParaRPr lang="fr-FR" sz="1200" noProof="0"/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60383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fr-FR" sz="1200" b="1" noProof="0"/>
                        <a:t>Mois 8</a:t>
                      </a:r>
                      <a:endParaRPr lang="fr-FR" sz="1200" noProof="0"/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317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55942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hème Office">
  <a:themeElements>
    <a:clrScheme name="SOPRA STERIA">
      <a:dk1>
        <a:sysClr val="windowText" lastClr="000000"/>
      </a:dk1>
      <a:lt1>
        <a:sysClr val="window" lastClr="FFFFFF"/>
      </a:lt1>
      <a:dk2>
        <a:srgbClr val="FF3C00"/>
      </a:dk2>
      <a:lt2>
        <a:srgbClr val="F2F2F2"/>
      </a:lt2>
      <a:accent1>
        <a:srgbClr val="FF0000"/>
      </a:accent1>
      <a:accent2>
        <a:srgbClr val="FF8900"/>
      </a:accent2>
      <a:accent3>
        <a:srgbClr val="FF9D7F"/>
      </a:accent3>
      <a:accent4>
        <a:srgbClr val="E6E6E6"/>
      </a:accent4>
      <a:accent5>
        <a:srgbClr val="C0C0C0"/>
      </a:accent5>
      <a:accent6>
        <a:srgbClr val="808080"/>
      </a:accent6>
      <a:hlink>
        <a:srgbClr val="0563C1"/>
      </a:hlink>
      <a:folHlink>
        <a:srgbClr val="954F72"/>
      </a:folHlink>
    </a:clrScheme>
    <a:fontScheme name="Times NR + Arial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/>
            </a:gs>
            <a:gs pos="100000">
              <a:schemeClr val="accent2"/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R_SS_NEXT_16.9" id="{8DF80536-6C01-EB4C-922D-034E1CDB1584}" vid="{AD3C5947-0BE2-314B-A20B-969E22EB5A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a08e73-feb4-4b50-88e7-a170b2d7008e" xsi:nil="true"/>
    <lcf76f155ced4ddcb4097134ff3c332f xmlns="d1941525-34d1-4912-bd24-8b38af4b26ce">
      <Terms xmlns="http://schemas.microsoft.com/office/infopath/2007/PartnerControls"/>
    </lcf76f155ced4ddcb4097134ff3c332f>
    <SharedWithUsers xmlns="fda08e73-feb4-4b50-88e7-a170b2d7008e">
      <UserInfo>
        <DisplayName>BANIOL Christophe</DisplayName>
        <AccountId>48</AccountId>
        <AccountType/>
      </UserInfo>
    </SharedWithUsers>
    <MediaLengthInSeconds xmlns="d1941525-34d1-4912-bd24-8b38af4b26c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04A92B1D0F764DA6DD4FCBAA4D5EFE" ma:contentTypeVersion="18" ma:contentTypeDescription="Create a new document." ma:contentTypeScope="" ma:versionID="2acede416b3aaeafeafed2860436ed42">
  <xsd:schema xmlns:xsd="http://www.w3.org/2001/XMLSchema" xmlns:xs="http://www.w3.org/2001/XMLSchema" xmlns:p="http://schemas.microsoft.com/office/2006/metadata/properties" xmlns:ns2="d1941525-34d1-4912-bd24-8b38af4b26ce" xmlns:ns3="fda08e73-feb4-4b50-88e7-a170b2d7008e" targetNamespace="http://schemas.microsoft.com/office/2006/metadata/properties" ma:root="true" ma:fieldsID="98ca27c1ecf02b50b07a889d3ddf2dcf" ns2:_="" ns3:_="">
    <xsd:import namespace="d1941525-34d1-4912-bd24-8b38af4b26ce"/>
    <xsd:import namespace="fda08e73-feb4-4b50-88e7-a170b2d700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41525-34d1-4912-bd24-8b38af4b26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00e2059-5ee7-47e9-8d7c-e5c5b9f97e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a08e73-feb4-4b50-88e7-a170b2d7008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49e433e-d78e-469c-b8ff-0ade943b66ac}" ma:internalName="TaxCatchAll" ma:showField="CatchAllData" ma:web="fda08e73-feb4-4b50-88e7-a170b2d700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BF17EA-34E2-464B-A579-24445F04D9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B30319-6A49-47E0-8DCE-5E2744B351D2}">
  <ds:schemaRefs>
    <ds:schemaRef ds:uri="http://schemas.microsoft.com/office/2006/metadata/properties"/>
    <ds:schemaRef ds:uri="http://schemas.microsoft.com/office/infopath/2007/PartnerControls"/>
    <ds:schemaRef ds:uri="9337eb03-8649-47b7-9bdf-f99dff9172b1"/>
    <ds:schemaRef ds:uri="328aa868-64a3-4014-aded-6bf30f913d3a"/>
    <ds:schemaRef ds:uri="67e61409-4cf6-452a-9879-e806496232f7"/>
    <ds:schemaRef ds:uri="5c0ce287-f002-4efb-a2a7-24d8bcc8f7da"/>
    <ds:schemaRef ds:uri="fda08e73-feb4-4b50-88e7-a170b2d7008e"/>
    <ds:schemaRef ds:uri="d1941525-34d1-4912-bd24-8b38af4b26ce"/>
  </ds:schemaRefs>
</ds:datastoreItem>
</file>

<file path=customXml/itemProps3.xml><?xml version="1.0" encoding="utf-8"?>
<ds:datastoreItem xmlns:ds="http://schemas.openxmlformats.org/officeDocument/2006/customXml" ds:itemID="{DF8AF01B-C591-4943-A205-48CA5CEA29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941525-34d1-4912-bd24-8b38af4b26ce"/>
    <ds:schemaRef ds:uri="fda08e73-feb4-4b50-88e7-a170b2d700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bd1f144-26ac-4410-8fdb-05c7de218e82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FR_SS_NEXT_16.9</Template>
  <TotalTime>8</TotalTime>
  <Words>122</Words>
  <Application>Microsoft Office PowerPoint</Application>
  <PresentationFormat>Grand écran</PresentationFormat>
  <Paragraphs>40</Paragraphs>
  <Slides>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Arial</vt:lpstr>
      <vt:lpstr>Calibri</vt:lpstr>
      <vt:lpstr>Helvetica</vt:lpstr>
      <vt:lpstr>Tahoma</vt:lpstr>
      <vt:lpstr>Times New Roman</vt:lpstr>
      <vt:lpstr>Wingdings</vt:lpstr>
      <vt:lpstr>Thème Office</vt:lpstr>
      <vt:lpstr>{{DECK_TITLE}}</vt:lpstr>
      <vt:lpstr>{{TITLE}}</vt:lpstr>
      <vt:lpstr>{{TITLE}}</vt:lpstr>
      <vt:lpstr>{{TITLE}}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HELIE Jean Francois</dc:creator>
  <cp:lastModifiedBy>HELIE Jean Francois</cp:lastModifiedBy>
  <cp:revision>12</cp:revision>
  <dcterms:created xsi:type="dcterms:W3CDTF">2026-06-07T11:27:40Z</dcterms:created>
  <dcterms:modified xsi:type="dcterms:W3CDTF">2026-06-07T14:00:34Z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d1f144-26ac-4410-8fdb-05c7de218e82_Enabled">
    <vt:lpwstr>true</vt:lpwstr>
  </property>
  <property fmtid="{D5CDD505-2E9C-101B-9397-08002B2CF9AE}" pid="3" name="MSIP_Label_7bd1f144-26ac-4410-8fdb-05c7de218e82_SetDate">
    <vt:lpwstr>2023-08-21T07:37:18Z</vt:lpwstr>
  </property>
  <property fmtid="{D5CDD505-2E9C-101B-9397-08002B2CF9AE}" pid="4" name="MSIP_Label_7bd1f144-26ac-4410-8fdb-05c7de218e82_Method">
    <vt:lpwstr>Standard</vt:lpwstr>
  </property>
  <property fmtid="{D5CDD505-2E9C-101B-9397-08002B2CF9AE}" pid="5" name="MSIP_Label_7bd1f144-26ac-4410-8fdb-05c7de218e82_Name">
    <vt:lpwstr>FR Usage restreint</vt:lpwstr>
  </property>
  <property fmtid="{D5CDD505-2E9C-101B-9397-08002B2CF9AE}" pid="6" name="MSIP_Label_7bd1f144-26ac-4410-8fdb-05c7de218e82_SiteId">
    <vt:lpwstr>8b87af7d-8647-4dc7-8df4-5f69a2011bb5</vt:lpwstr>
  </property>
  <property fmtid="{D5CDD505-2E9C-101B-9397-08002B2CF9AE}" pid="7" name="MSIP_Label_7bd1f144-26ac-4410-8fdb-05c7de218e82_ActionId">
    <vt:lpwstr>d1ce64e2-3814-409f-9e32-cd3197de1635</vt:lpwstr>
  </property>
  <property fmtid="{D5CDD505-2E9C-101B-9397-08002B2CF9AE}" pid="8" name="MSIP_Label_7bd1f144-26ac-4410-8fdb-05c7de218e82_ContentBits">
    <vt:lpwstr>3</vt:lpwstr>
  </property>
  <property fmtid="{D5CDD505-2E9C-101B-9397-08002B2CF9AE}" pid="9" name="ClassificationContentMarkingFooterLocations">
    <vt:lpwstr>Thème Office:7</vt:lpwstr>
  </property>
  <property fmtid="{D5CDD505-2E9C-101B-9397-08002B2CF9AE}" pid="10" name="ClassificationContentMarkingFooterText">
    <vt:lpwstr>C2 – Usage restreint </vt:lpwstr>
  </property>
  <property fmtid="{D5CDD505-2E9C-101B-9397-08002B2CF9AE}" pid="11" name="ContentTypeId">
    <vt:lpwstr>0x010100EB04A92B1D0F764DA6DD4FCBAA4D5EFE</vt:lpwstr>
  </property>
  <property fmtid="{D5CDD505-2E9C-101B-9397-08002B2CF9AE}" pid="12" name="MediaServiceImageTags">
    <vt:lpwstr/>
  </property>
  <property fmtid="{D5CDD505-2E9C-101B-9397-08002B2CF9AE}" pid="13" name="Order">
    <vt:r8>881400</vt:r8>
  </property>
  <property fmtid="{D5CDD505-2E9C-101B-9397-08002B2CF9AE}" pid="14" name="xd_ProgID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xd_Signature">
    <vt:bool>false</vt:bool>
  </property>
</Properties>
</file>